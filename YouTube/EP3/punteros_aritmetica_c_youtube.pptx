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05A578-04F5-4830-B3D1-6BD4A92C3FE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3B19140-0784-41BD-9C3F-A1AE1076D03B}">
      <dgm:prSet/>
      <dgm:spPr/>
      <dgm:t>
        <a:bodyPr/>
        <a:lstStyle/>
        <a:p>
          <a:r>
            <a:rPr lang="en-US"/>
            <a:t>Los arrays ocupan memoria consecutiva.</a:t>
          </a:r>
        </a:p>
      </dgm:t>
    </dgm:pt>
    <dgm:pt modelId="{D6945689-156D-4882-B7A9-2937D0440D10}" type="parTrans" cxnId="{FBBF4C6E-FB2D-4743-863E-0954277E4869}">
      <dgm:prSet/>
      <dgm:spPr/>
      <dgm:t>
        <a:bodyPr/>
        <a:lstStyle/>
        <a:p>
          <a:endParaRPr lang="en-US"/>
        </a:p>
      </dgm:t>
    </dgm:pt>
    <dgm:pt modelId="{ECFFBF87-D5F9-4CEC-9E30-E1ED7706731E}" type="sibTrans" cxnId="{FBBF4C6E-FB2D-4743-863E-0954277E4869}">
      <dgm:prSet/>
      <dgm:spPr/>
      <dgm:t>
        <a:bodyPr/>
        <a:lstStyle/>
        <a:p>
          <a:endParaRPr lang="en-US"/>
        </a:p>
      </dgm:t>
    </dgm:pt>
    <dgm:pt modelId="{4CA407B0-52F9-41D3-8393-6B2E297ABA10}">
      <dgm:prSet/>
      <dgm:spPr/>
      <dgm:t>
        <a:bodyPr/>
        <a:lstStyle/>
        <a:p>
          <a:r>
            <a:rPr lang="en-US"/>
            <a:t>arr apunta al primer elemento.</a:t>
          </a:r>
        </a:p>
      </dgm:t>
    </dgm:pt>
    <dgm:pt modelId="{C31D6698-E7DD-4AA4-946E-50859469B3B7}" type="parTrans" cxnId="{BED15935-3EA6-456B-AF68-6D6533319A24}">
      <dgm:prSet/>
      <dgm:spPr/>
      <dgm:t>
        <a:bodyPr/>
        <a:lstStyle/>
        <a:p>
          <a:endParaRPr lang="en-US"/>
        </a:p>
      </dgm:t>
    </dgm:pt>
    <dgm:pt modelId="{3ECA1DB8-697F-432F-A9BB-15686014A9A4}" type="sibTrans" cxnId="{BED15935-3EA6-456B-AF68-6D6533319A24}">
      <dgm:prSet/>
      <dgm:spPr/>
      <dgm:t>
        <a:bodyPr/>
        <a:lstStyle/>
        <a:p>
          <a:endParaRPr lang="en-US"/>
        </a:p>
      </dgm:t>
    </dgm:pt>
    <dgm:pt modelId="{881D38AA-A91B-4532-A49C-523642CAFA88}">
      <dgm:prSet/>
      <dgm:spPr/>
      <dgm:t>
        <a:bodyPr/>
        <a:lstStyle/>
        <a:p>
          <a:r>
            <a:rPr lang="en-US"/>
            <a:t>arr == &amp;arr[0]</a:t>
          </a:r>
        </a:p>
      </dgm:t>
    </dgm:pt>
    <dgm:pt modelId="{EE5B5F5F-756A-485C-8086-7991A458642A}" type="parTrans" cxnId="{82DC3D10-06B7-452D-BCB7-0B55D4C5C6E4}">
      <dgm:prSet/>
      <dgm:spPr/>
      <dgm:t>
        <a:bodyPr/>
        <a:lstStyle/>
        <a:p>
          <a:endParaRPr lang="en-US"/>
        </a:p>
      </dgm:t>
    </dgm:pt>
    <dgm:pt modelId="{F589BC60-93E5-4225-A4DF-FF44B09C49E9}" type="sibTrans" cxnId="{82DC3D10-06B7-452D-BCB7-0B55D4C5C6E4}">
      <dgm:prSet/>
      <dgm:spPr/>
      <dgm:t>
        <a:bodyPr/>
        <a:lstStyle/>
        <a:p>
          <a:endParaRPr lang="en-US"/>
        </a:p>
      </dgm:t>
    </dgm:pt>
    <dgm:pt modelId="{6BB2EC3A-AEAA-4256-98F2-9394BC4A6FDF}" type="pres">
      <dgm:prSet presAssocID="{4605A578-04F5-4830-B3D1-6BD4A92C3FED}" presName="root" presStyleCnt="0">
        <dgm:presLayoutVars>
          <dgm:dir/>
          <dgm:resizeHandles val="exact"/>
        </dgm:presLayoutVars>
      </dgm:prSet>
      <dgm:spPr/>
    </dgm:pt>
    <dgm:pt modelId="{D5EB27A1-07C6-4B36-87FA-0D1398FC4C89}" type="pres">
      <dgm:prSet presAssocID="{83B19140-0784-41BD-9C3F-A1AE1076D03B}" presName="compNode" presStyleCnt="0"/>
      <dgm:spPr/>
    </dgm:pt>
    <dgm:pt modelId="{74932BED-0677-4C6D-84AB-A06FF8F333E2}" type="pres">
      <dgm:prSet presAssocID="{83B19140-0784-41BD-9C3F-A1AE1076D03B}" presName="bgRect" presStyleLbl="bgShp" presStyleIdx="0" presStyleCnt="3"/>
      <dgm:spPr/>
    </dgm:pt>
    <dgm:pt modelId="{7855430B-453A-4B43-9679-61DD8EA533B5}" type="pres">
      <dgm:prSet presAssocID="{83B19140-0784-41BD-9C3F-A1AE1076D03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C38C60C3-EF62-4734-9F52-12361A774D98}" type="pres">
      <dgm:prSet presAssocID="{83B19140-0784-41BD-9C3F-A1AE1076D03B}" presName="spaceRect" presStyleCnt="0"/>
      <dgm:spPr/>
    </dgm:pt>
    <dgm:pt modelId="{8068FC37-4506-4497-AC86-6E07253E6526}" type="pres">
      <dgm:prSet presAssocID="{83B19140-0784-41BD-9C3F-A1AE1076D03B}" presName="parTx" presStyleLbl="revTx" presStyleIdx="0" presStyleCnt="3">
        <dgm:presLayoutVars>
          <dgm:chMax val="0"/>
          <dgm:chPref val="0"/>
        </dgm:presLayoutVars>
      </dgm:prSet>
      <dgm:spPr/>
    </dgm:pt>
    <dgm:pt modelId="{67314C95-C371-469B-9FF8-6B72C76F015C}" type="pres">
      <dgm:prSet presAssocID="{ECFFBF87-D5F9-4CEC-9E30-E1ED7706731E}" presName="sibTrans" presStyleCnt="0"/>
      <dgm:spPr/>
    </dgm:pt>
    <dgm:pt modelId="{52E1D604-85D0-4178-9CD3-616682042292}" type="pres">
      <dgm:prSet presAssocID="{4CA407B0-52F9-41D3-8393-6B2E297ABA10}" presName="compNode" presStyleCnt="0"/>
      <dgm:spPr/>
    </dgm:pt>
    <dgm:pt modelId="{84D2A339-58AA-4CCB-9C9C-BD1C5DE3D4B4}" type="pres">
      <dgm:prSet presAssocID="{4CA407B0-52F9-41D3-8393-6B2E297ABA10}" presName="bgRect" presStyleLbl="bgShp" presStyleIdx="1" presStyleCnt="3"/>
      <dgm:spPr/>
    </dgm:pt>
    <dgm:pt modelId="{DCAA826E-BF64-423C-9387-AA5425ABF687}" type="pres">
      <dgm:prSet presAssocID="{4CA407B0-52F9-41D3-8393-6B2E297ABA1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gregar"/>
        </a:ext>
      </dgm:extLst>
    </dgm:pt>
    <dgm:pt modelId="{9E754706-1755-47AF-BBD7-FD3827565566}" type="pres">
      <dgm:prSet presAssocID="{4CA407B0-52F9-41D3-8393-6B2E297ABA10}" presName="spaceRect" presStyleCnt="0"/>
      <dgm:spPr/>
    </dgm:pt>
    <dgm:pt modelId="{01A5F377-4AA4-4BDD-A96E-75B6C9EF7B31}" type="pres">
      <dgm:prSet presAssocID="{4CA407B0-52F9-41D3-8393-6B2E297ABA10}" presName="parTx" presStyleLbl="revTx" presStyleIdx="1" presStyleCnt="3">
        <dgm:presLayoutVars>
          <dgm:chMax val="0"/>
          <dgm:chPref val="0"/>
        </dgm:presLayoutVars>
      </dgm:prSet>
      <dgm:spPr/>
    </dgm:pt>
    <dgm:pt modelId="{898C0A99-AB99-48DE-8C1F-38D7AB67DB0C}" type="pres">
      <dgm:prSet presAssocID="{3ECA1DB8-697F-432F-A9BB-15686014A9A4}" presName="sibTrans" presStyleCnt="0"/>
      <dgm:spPr/>
    </dgm:pt>
    <dgm:pt modelId="{27FDC082-9FCD-448F-B428-8B3594B0F46A}" type="pres">
      <dgm:prSet presAssocID="{881D38AA-A91B-4532-A49C-523642CAFA88}" presName="compNode" presStyleCnt="0"/>
      <dgm:spPr/>
    </dgm:pt>
    <dgm:pt modelId="{B7506B60-3D72-4D68-BC5C-3DC4759D1361}" type="pres">
      <dgm:prSet presAssocID="{881D38AA-A91B-4532-A49C-523642CAFA88}" presName="bgRect" presStyleLbl="bgShp" presStyleIdx="2" presStyleCnt="3"/>
      <dgm:spPr/>
    </dgm:pt>
    <dgm:pt modelId="{7F35ECA3-7735-4251-81EC-34F84E10C0C2}" type="pres">
      <dgm:prSet presAssocID="{881D38AA-A91B-4532-A49C-523642CAFA8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32FDF27C-24BE-40DC-9F65-EF1E40A7A2DC}" type="pres">
      <dgm:prSet presAssocID="{881D38AA-A91B-4532-A49C-523642CAFA88}" presName="spaceRect" presStyleCnt="0"/>
      <dgm:spPr/>
    </dgm:pt>
    <dgm:pt modelId="{CF74F10A-E2EA-42FE-AC5B-5B6B0BF9B989}" type="pres">
      <dgm:prSet presAssocID="{881D38AA-A91B-4532-A49C-523642CAFA8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CD3470C-F72D-421A-9F1B-634C705CAA6D}" type="presOf" srcId="{4CA407B0-52F9-41D3-8393-6B2E297ABA10}" destId="{01A5F377-4AA4-4BDD-A96E-75B6C9EF7B31}" srcOrd="0" destOrd="0" presId="urn:microsoft.com/office/officeart/2018/2/layout/IconVerticalSolidList"/>
    <dgm:cxn modelId="{82DC3D10-06B7-452D-BCB7-0B55D4C5C6E4}" srcId="{4605A578-04F5-4830-B3D1-6BD4A92C3FED}" destId="{881D38AA-A91B-4532-A49C-523642CAFA88}" srcOrd="2" destOrd="0" parTransId="{EE5B5F5F-756A-485C-8086-7991A458642A}" sibTransId="{F589BC60-93E5-4225-A4DF-FF44B09C49E9}"/>
    <dgm:cxn modelId="{033B0B2E-7044-4B2A-81CD-C0E08ABA167E}" type="presOf" srcId="{4605A578-04F5-4830-B3D1-6BD4A92C3FED}" destId="{6BB2EC3A-AEAA-4256-98F2-9394BC4A6FDF}" srcOrd="0" destOrd="0" presId="urn:microsoft.com/office/officeart/2018/2/layout/IconVerticalSolidList"/>
    <dgm:cxn modelId="{BED15935-3EA6-456B-AF68-6D6533319A24}" srcId="{4605A578-04F5-4830-B3D1-6BD4A92C3FED}" destId="{4CA407B0-52F9-41D3-8393-6B2E297ABA10}" srcOrd="1" destOrd="0" parTransId="{C31D6698-E7DD-4AA4-946E-50859469B3B7}" sibTransId="{3ECA1DB8-697F-432F-A9BB-15686014A9A4}"/>
    <dgm:cxn modelId="{349B8B5B-A73E-46A3-8EAF-25B8F8EE7D18}" type="presOf" srcId="{881D38AA-A91B-4532-A49C-523642CAFA88}" destId="{CF74F10A-E2EA-42FE-AC5B-5B6B0BF9B989}" srcOrd="0" destOrd="0" presId="urn:microsoft.com/office/officeart/2018/2/layout/IconVerticalSolidList"/>
    <dgm:cxn modelId="{FBBF4C6E-FB2D-4743-863E-0954277E4869}" srcId="{4605A578-04F5-4830-B3D1-6BD4A92C3FED}" destId="{83B19140-0784-41BD-9C3F-A1AE1076D03B}" srcOrd="0" destOrd="0" parTransId="{D6945689-156D-4882-B7A9-2937D0440D10}" sibTransId="{ECFFBF87-D5F9-4CEC-9E30-E1ED7706731E}"/>
    <dgm:cxn modelId="{FF27FF51-5714-4F25-AA92-83128671C906}" type="presOf" srcId="{83B19140-0784-41BD-9C3F-A1AE1076D03B}" destId="{8068FC37-4506-4497-AC86-6E07253E6526}" srcOrd="0" destOrd="0" presId="urn:microsoft.com/office/officeart/2018/2/layout/IconVerticalSolidList"/>
    <dgm:cxn modelId="{483FAF49-E08E-486C-938B-CD3999825708}" type="presParOf" srcId="{6BB2EC3A-AEAA-4256-98F2-9394BC4A6FDF}" destId="{D5EB27A1-07C6-4B36-87FA-0D1398FC4C89}" srcOrd="0" destOrd="0" presId="urn:microsoft.com/office/officeart/2018/2/layout/IconVerticalSolidList"/>
    <dgm:cxn modelId="{95DF5A42-C69C-4D04-882C-9A7E7D6CFA03}" type="presParOf" srcId="{D5EB27A1-07C6-4B36-87FA-0D1398FC4C89}" destId="{74932BED-0677-4C6D-84AB-A06FF8F333E2}" srcOrd="0" destOrd="0" presId="urn:microsoft.com/office/officeart/2018/2/layout/IconVerticalSolidList"/>
    <dgm:cxn modelId="{5708E15C-4793-488D-8FFD-45E18B84FB3F}" type="presParOf" srcId="{D5EB27A1-07C6-4B36-87FA-0D1398FC4C89}" destId="{7855430B-453A-4B43-9679-61DD8EA533B5}" srcOrd="1" destOrd="0" presId="urn:microsoft.com/office/officeart/2018/2/layout/IconVerticalSolidList"/>
    <dgm:cxn modelId="{FEE5183B-8B69-4C97-A51E-B583A04195BD}" type="presParOf" srcId="{D5EB27A1-07C6-4B36-87FA-0D1398FC4C89}" destId="{C38C60C3-EF62-4734-9F52-12361A774D98}" srcOrd="2" destOrd="0" presId="urn:microsoft.com/office/officeart/2018/2/layout/IconVerticalSolidList"/>
    <dgm:cxn modelId="{D220BE93-3BA6-44E6-9376-1ED5ADE379F7}" type="presParOf" srcId="{D5EB27A1-07C6-4B36-87FA-0D1398FC4C89}" destId="{8068FC37-4506-4497-AC86-6E07253E6526}" srcOrd="3" destOrd="0" presId="urn:microsoft.com/office/officeart/2018/2/layout/IconVerticalSolidList"/>
    <dgm:cxn modelId="{997F7B59-3364-4881-9B70-D2B99908A925}" type="presParOf" srcId="{6BB2EC3A-AEAA-4256-98F2-9394BC4A6FDF}" destId="{67314C95-C371-469B-9FF8-6B72C76F015C}" srcOrd="1" destOrd="0" presId="urn:microsoft.com/office/officeart/2018/2/layout/IconVerticalSolidList"/>
    <dgm:cxn modelId="{BBD5DC82-3AB0-4F7E-9298-484B8A84631D}" type="presParOf" srcId="{6BB2EC3A-AEAA-4256-98F2-9394BC4A6FDF}" destId="{52E1D604-85D0-4178-9CD3-616682042292}" srcOrd="2" destOrd="0" presId="urn:microsoft.com/office/officeart/2018/2/layout/IconVerticalSolidList"/>
    <dgm:cxn modelId="{1639A8C8-D1FD-495B-A2CC-E321A32CA3D7}" type="presParOf" srcId="{52E1D604-85D0-4178-9CD3-616682042292}" destId="{84D2A339-58AA-4CCB-9C9C-BD1C5DE3D4B4}" srcOrd="0" destOrd="0" presId="urn:microsoft.com/office/officeart/2018/2/layout/IconVerticalSolidList"/>
    <dgm:cxn modelId="{0AC1CB09-F9C6-4987-AF4B-E37C1879D760}" type="presParOf" srcId="{52E1D604-85D0-4178-9CD3-616682042292}" destId="{DCAA826E-BF64-423C-9387-AA5425ABF687}" srcOrd="1" destOrd="0" presId="urn:microsoft.com/office/officeart/2018/2/layout/IconVerticalSolidList"/>
    <dgm:cxn modelId="{88E7AFCF-4B73-4D4D-8C3F-A4927B438731}" type="presParOf" srcId="{52E1D604-85D0-4178-9CD3-616682042292}" destId="{9E754706-1755-47AF-BBD7-FD3827565566}" srcOrd="2" destOrd="0" presId="urn:microsoft.com/office/officeart/2018/2/layout/IconVerticalSolidList"/>
    <dgm:cxn modelId="{2039487A-61A8-4CFA-9932-7C6A1219A692}" type="presParOf" srcId="{52E1D604-85D0-4178-9CD3-616682042292}" destId="{01A5F377-4AA4-4BDD-A96E-75B6C9EF7B31}" srcOrd="3" destOrd="0" presId="urn:microsoft.com/office/officeart/2018/2/layout/IconVerticalSolidList"/>
    <dgm:cxn modelId="{DAEFF950-BA74-463E-8C51-3197838F6574}" type="presParOf" srcId="{6BB2EC3A-AEAA-4256-98F2-9394BC4A6FDF}" destId="{898C0A99-AB99-48DE-8C1F-38D7AB67DB0C}" srcOrd="3" destOrd="0" presId="urn:microsoft.com/office/officeart/2018/2/layout/IconVerticalSolidList"/>
    <dgm:cxn modelId="{27E2C195-1017-447B-97E8-C95E3673C754}" type="presParOf" srcId="{6BB2EC3A-AEAA-4256-98F2-9394BC4A6FDF}" destId="{27FDC082-9FCD-448F-B428-8B3594B0F46A}" srcOrd="4" destOrd="0" presId="urn:microsoft.com/office/officeart/2018/2/layout/IconVerticalSolidList"/>
    <dgm:cxn modelId="{48B4D25E-C7D9-4EF7-A576-313A66EE89D3}" type="presParOf" srcId="{27FDC082-9FCD-448F-B428-8B3594B0F46A}" destId="{B7506B60-3D72-4D68-BC5C-3DC4759D1361}" srcOrd="0" destOrd="0" presId="urn:microsoft.com/office/officeart/2018/2/layout/IconVerticalSolidList"/>
    <dgm:cxn modelId="{80B11A33-9459-49E9-9161-AB261B3C0C10}" type="presParOf" srcId="{27FDC082-9FCD-448F-B428-8B3594B0F46A}" destId="{7F35ECA3-7735-4251-81EC-34F84E10C0C2}" srcOrd="1" destOrd="0" presId="urn:microsoft.com/office/officeart/2018/2/layout/IconVerticalSolidList"/>
    <dgm:cxn modelId="{D6B36C01-9746-4EFD-8072-5D1E68BBF97C}" type="presParOf" srcId="{27FDC082-9FCD-448F-B428-8B3594B0F46A}" destId="{32FDF27C-24BE-40DC-9F65-EF1E40A7A2DC}" srcOrd="2" destOrd="0" presId="urn:microsoft.com/office/officeart/2018/2/layout/IconVerticalSolidList"/>
    <dgm:cxn modelId="{51278F9A-0CCE-4942-950E-F6B8B5F08333}" type="presParOf" srcId="{27FDC082-9FCD-448F-B428-8B3594B0F46A}" destId="{CF74F10A-E2EA-42FE-AC5B-5B6B0BF9B9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F23AD0-D745-4E28-86E7-14B69DF9586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AC07397-9DD3-40C4-874D-260593E7DD05}">
      <dgm:prSet/>
      <dgm:spPr/>
      <dgm:t>
        <a:bodyPr/>
        <a:lstStyle/>
        <a:p>
          <a:r>
            <a:rPr lang="en-US"/>
            <a:t>double **m</a:t>
          </a:r>
        </a:p>
      </dgm:t>
    </dgm:pt>
    <dgm:pt modelId="{E27DF276-29F7-4020-BFE3-0097B2BD4F83}" type="parTrans" cxnId="{5CFA8F5B-125E-4223-B827-22AD4F579A3D}">
      <dgm:prSet/>
      <dgm:spPr/>
      <dgm:t>
        <a:bodyPr/>
        <a:lstStyle/>
        <a:p>
          <a:endParaRPr lang="en-US"/>
        </a:p>
      </dgm:t>
    </dgm:pt>
    <dgm:pt modelId="{F1560899-370F-46B8-975B-C8487961D7DD}" type="sibTrans" cxnId="{5CFA8F5B-125E-4223-B827-22AD4F579A3D}">
      <dgm:prSet/>
      <dgm:spPr/>
      <dgm:t>
        <a:bodyPr/>
        <a:lstStyle/>
        <a:p>
          <a:endParaRPr lang="en-US"/>
        </a:p>
      </dgm:t>
    </dgm:pt>
    <dgm:pt modelId="{0306C4CF-81CE-445D-BC3F-9CB021B9B680}">
      <dgm:prSet/>
      <dgm:spPr/>
      <dgm:t>
        <a:bodyPr/>
        <a:lstStyle/>
        <a:p>
          <a:r>
            <a:rPr lang="en-US"/>
            <a:t>m es un puntero a punteros.</a:t>
          </a:r>
        </a:p>
      </dgm:t>
    </dgm:pt>
    <dgm:pt modelId="{8CD9A3B0-0573-4D79-9FE6-6677E0C1B1B0}" type="parTrans" cxnId="{163006B2-B52B-4046-B56B-98D6A58C8064}">
      <dgm:prSet/>
      <dgm:spPr/>
      <dgm:t>
        <a:bodyPr/>
        <a:lstStyle/>
        <a:p>
          <a:endParaRPr lang="en-US"/>
        </a:p>
      </dgm:t>
    </dgm:pt>
    <dgm:pt modelId="{94F4BC23-C126-4B45-AA6C-AB0F44AD9877}" type="sibTrans" cxnId="{163006B2-B52B-4046-B56B-98D6A58C8064}">
      <dgm:prSet/>
      <dgm:spPr/>
      <dgm:t>
        <a:bodyPr/>
        <a:lstStyle/>
        <a:p>
          <a:endParaRPr lang="en-US"/>
        </a:p>
      </dgm:t>
    </dgm:pt>
    <dgm:pt modelId="{86717C33-1E5F-4B3E-B800-9E0A3969106F}">
      <dgm:prSet/>
      <dgm:spPr/>
      <dgm:t>
        <a:bodyPr/>
        <a:lstStyle/>
        <a:p>
          <a:r>
            <a:rPr lang="en-US"/>
            <a:t>Cada fila es otro puntero.</a:t>
          </a:r>
        </a:p>
      </dgm:t>
    </dgm:pt>
    <dgm:pt modelId="{74E7CA12-0CF5-4452-9248-ABDBDBF3FB1B}" type="parTrans" cxnId="{9182927D-063C-404E-808F-F5AF36C856BF}">
      <dgm:prSet/>
      <dgm:spPr/>
      <dgm:t>
        <a:bodyPr/>
        <a:lstStyle/>
        <a:p>
          <a:endParaRPr lang="en-US"/>
        </a:p>
      </dgm:t>
    </dgm:pt>
    <dgm:pt modelId="{AA604D8A-5BE9-4CCD-9C0B-0F5D14CF57BA}" type="sibTrans" cxnId="{9182927D-063C-404E-808F-F5AF36C856BF}">
      <dgm:prSet/>
      <dgm:spPr/>
      <dgm:t>
        <a:bodyPr/>
        <a:lstStyle/>
        <a:p>
          <a:endParaRPr lang="en-US"/>
        </a:p>
      </dgm:t>
    </dgm:pt>
    <dgm:pt modelId="{FEAB3A6C-4D51-4287-AA3C-E0D8E6EAAECE}" type="pres">
      <dgm:prSet presAssocID="{C0F23AD0-D745-4E28-86E7-14B69DF95860}" presName="root" presStyleCnt="0">
        <dgm:presLayoutVars>
          <dgm:dir/>
          <dgm:resizeHandles val="exact"/>
        </dgm:presLayoutVars>
      </dgm:prSet>
      <dgm:spPr/>
    </dgm:pt>
    <dgm:pt modelId="{4FB4330F-2E6E-4A23-BD5A-395B44747F53}" type="pres">
      <dgm:prSet presAssocID="{5AC07397-9DD3-40C4-874D-260593E7DD05}" presName="compNode" presStyleCnt="0"/>
      <dgm:spPr/>
    </dgm:pt>
    <dgm:pt modelId="{084787AA-DE26-4FAF-ACC4-E15A4D51A8D9}" type="pres">
      <dgm:prSet presAssocID="{5AC07397-9DD3-40C4-874D-260593E7DD05}" presName="bgRect" presStyleLbl="bgShp" presStyleIdx="0" presStyleCnt="3"/>
      <dgm:spPr/>
    </dgm:pt>
    <dgm:pt modelId="{AD19BDC1-7FFD-4EE2-B23D-E399BAA5E70B}" type="pres">
      <dgm:prSet presAssocID="{5AC07397-9DD3-40C4-874D-260593E7DD0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ntífrico"/>
        </a:ext>
      </dgm:extLst>
    </dgm:pt>
    <dgm:pt modelId="{B85EC0F6-4645-4E09-8689-4C61133FB47C}" type="pres">
      <dgm:prSet presAssocID="{5AC07397-9DD3-40C4-874D-260593E7DD05}" presName="spaceRect" presStyleCnt="0"/>
      <dgm:spPr/>
    </dgm:pt>
    <dgm:pt modelId="{2F897683-B9A5-4D45-B2E1-224EEC929787}" type="pres">
      <dgm:prSet presAssocID="{5AC07397-9DD3-40C4-874D-260593E7DD05}" presName="parTx" presStyleLbl="revTx" presStyleIdx="0" presStyleCnt="3">
        <dgm:presLayoutVars>
          <dgm:chMax val="0"/>
          <dgm:chPref val="0"/>
        </dgm:presLayoutVars>
      </dgm:prSet>
      <dgm:spPr/>
    </dgm:pt>
    <dgm:pt modelId="{0D35DB88-B7F6-46B0-AF58-DF81E7F1A3F2}" type="pres">
      <dgm:prSet presAssocID="{F1560899-370F-46B8-975B-C8487961D7DD}" presName="sibTrans" presStyleCnt="0"/>
      <dgm:spPr/>
    </dgm:pt>
    <dgm:pt modelId="{E43DBF9F-550F-429C-8D03-F2431A21321E}" type="pres">
      <dgm:prSet presAssocID="{0306C4CF-81CE-445D-BC3F-9CB021B9B680}" presName="compNode" presStyleCnt="0"/>
      <dgm:spPr/>
    </dgm:pt>
    <dgm:pt modelId="{AE21FAB1-9769-4970-AD5E-F1BD5E878D09}" type="pres">
      <dgm:prSet presAssocID="{0306C4CF-81CE-445D-BC3F-9CB021B9B680}" presName="bgRect" presStyleLbl="bgShp" presStyleIdx="1" presStyleCnt="3"/>
      <dgm:spPr/>
    </dgm:pt>
    <dgm:pt modelId="{9E046094-8C60-4C59-8C64-70C37A93EB25}" type="pres">
      <dgm:prSet presAssocID="{0306C4CF-81CE-445D-BC3F-9CB021B9B68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 with Left Arrow"/>
        </a:ext>
      </dgm:extLst>
    </dgm:pt>
    <dgm:pt modelId="{AB318471-E709-43FA-BA1E-35C6890244F9}" type="pres">
      <dgm:prSet presAssocID="{0306C4CF-81CE-445D-BC3F-9CB021B9B680}" presName="spaceRect" presStyleCnt="0"/>
      <dgm:spPr/>
    </dgm:pt>
    <dgm:pt modelId="{D43C3623-38EC-441D-8F09-2B572028F3F8}" type="pres">
      <dgm:prSet presAssocID="{0306C4CF-81CE-445D-BC3F-9CB021B9B680}" presName="parTx" presStyleLbl="revTx" presStyleIdx="1" presStyleCnt="3">
        <dgm:presLayoutVars>
          <dgm:chMax val="0"/>
          <dgm:chPref val="0"/>
        </dgm:presLayoutVars>
      </dgm:prSet>
      <dgm:spPr/>
    </dgm:pt>
    <dgm:pt modelId="{BB1D3E80-B1A0-430C-B8E4-F59D38B5CFC7}" type="pres">
      <dgm:prSet presAssocID="{94F4BC23-C126-4B45-AA6C-AB0F44AD9877}" presName="sibTrans" presStyleCnt="0"/>
      <dgm:spPr/>
    </dgm:pt>
    <dgm:pt modelId="{87A97DCF-58E4-40B8-9A46-AC4742290E58}" type="pres">
      <dgm:prSet presAssocID="{86717C33-1E5F-4B3E-B800-9E0A3969106F}" presName="compNode" presStyleCnt="0"/>
      <dgm:spPr/>
    </dgm:pt>
    <dgm:pt modelId="{9B15CC0E-4115-4BD6-8ED2-AE3CACBF956C}" type="pres">
      <dgm:prSet presAssocID="{86717C33-1E5F-4B3E-B800-9E0A3969106F}" presName="bgRect" presStyleLbl="bgShp" presStyleIdx="2" presStyleCnt="3"/>
      <dgm:spPr/>
    </dgm:pt>
    <dgm:pt modelId="{EE97D93F-613F-47C5-B80B-32C75361067B}" type="pres">
      <dgm:prSet presAssocID="{86717C33-1E5F-4B3E-B800-9E0A3969106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rama de flujo"/>
        </a:ext>
      </dgm:extLst>
    </dgm:pt>
    <dgm:pt modelId="{1520392E-12D4-4570-81D8-F2983B80F528}" type="pres">
      <dgm:prSet presAssocID="{86717C33-1E5F-4B3E-B800-9E0A3969106F}" presName="spaceRect" presStyleCnt="0"/>
      <dgm:spPr/>
    </dgm:pt>
    <dgm:pt modelId="{8BD5FE71-6BFC-4017-A599-954E618CA630}" type="pres">
      <dgm:prSet presAssocID="{86717C33-1E5F-4B3E-B800-9E0A3969106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8031C36-CE07-4885-ACA3-DE2C9B425C6D}" type="presOf" srcId="{86717C33-1E5F-4B3E-B800-9E0A3969106F}" destId="{8BD5FE71-6BFC-4017-A599-954E618CA630}" srcOrd="0" destOrd="0" presId="urn:microsoft.com/office/officeart/2018/2/layout/IconVerticalSolidList"/>
    <dgm:cxn modelId="{5CFA8F5B-125E-4223-B827-22AD4F579A3D}" srcId="{C0F23AD0-D745-4E28-86E7-14B69DF95860}" destId="{5AC07397-9DD3-40C4-874D-260593E7DD05}" srcOrd="0" destOrd="0" parTransId="{E27DF276-29F7-4020-BFE3-0097B2BD4F83}" sibTransId="{F1560899-370F-46B8-975B-C8487961D7DD}"/>
    <dgm:cxn modelId="{37776D6D-8771-486C-8A3D-88E645FD714B}" type="presOf" srcId="{C0F23AD0-D745-4E28-86E7-14B69DF95860}" destId="{FEAB3A6C-4D51-4287-AA3C-E0D8E6EAAECE}" srcOrd="0" destOrd="0" presId="urn:microsoft.com/office/officeart/2018/2/layout/IconVerticalSolidList"/>
    <dgm:cxn modelId="{9182927D-063C-404E-808F-F5AF36C856BF}" srcId="{C0F23AD0-D745-4E28-86E7-14B69DF95860}" destId="{86717C33-1E5F-4B3E-B800-9E0A3969106F}" srcOrd="2" destOrd="0" parTransId="{74E7CA12-0CF5-4452-9248-ABDBDBF3FB1B}" sibTransId="{AA604D8A-5BE9-4CCD-9C0B-0F5D14CF57BA}"/>
    <dgm:cxn modelId="{AD466981-1951-4951-9003-61F961987805}" type="presOf" srcId="{5AC07397-9DD3-40C4-874D-260593E7DD05}" destId="{2F897683-B9A5-4D45-B2E1-224EEC929787}" srcOrd="0" destOrd="0" presId="urn:microsoft.com/office/officeart/2018/2/layout/IconVerticalSolidList"/>
    <dgm:cxn modelId="{163006B2-B52B-4046-B56B-98D6A58C8064}" srcId="{C0F23AD0-D745-4E28-86E7-14B69DF95860}" destId="{0306C4CF-81CE-445D-BC3F-9CB021B9B680}" srcOrd="1" destOrd="0" parTransId="{8CD9A3B0-0573-4D79-9FE6-6677E0C1B1B0}" sibTransId="{94F4BC23-C126-4B45-AA6C-AB0F44AD9877}"/>
    <dgm:cxn modelId="{EA0810B9-5A6D-4B40-9862-070283B7886E}" type="presOf" srcId="{0306C4CF-81CE-445D-BC3F-9CB021B9B680}" destId="{D43C3623-38EC-441D-8F09-2B572028F3F8}" srcOrd="0" destOrd="0" presId="urn:microsoft.com/office/officeart/2018/2/layout/IconVerticalSolidList"/>
    <dgm:cxn modelId="{627C868F-F025-41F6-87B1-7DF443712059}" type="presParOf" srcId="{FEAB3A6C-4D51-4287-AA3C-E0D8E6EAAECE}" destId="{4FB4330F-2E6E-4A23-BD5A-395B44747F53}" srcOrd="0" destOrd="0" presId="urn:microsoft.com/office/officeart/2018/2/layout/IconVerticalSolidList"/>
    <dgm:cxn modelId="{660A4BE2-BD6C-41AB-AB4A-7A515C14FAB3}" type="presParOf" srcId="{4FB4330F-2E6E-4A23-BD5A-395B44747F53}" destId="{084787AA-DE26-4FAF-ACC4-E15A4D51A8D9}" srcOrd="0" destOrd="0" presId="urn:microsoft.com/office/officeart/2018/2/layout/IconVerticalSolidList"/>
    <dgm:cxn modelId="{D6D78FBD-462B-4E53-8A64-DC7B81959F56}" type="presParOf" srcId="{4FB4330F-2E6E-4A23-BD5A-395B44747F53}" destId="{AD19BDC1-7FFD-4EE2-B23D-E399BAA5E70B}" srcOrd="1" destOrd="0" presId="urn:microsoft.com/office/officeart/2018/2/layout/IconVerticalSolidList"/>
    <dgm:cxn modelId="{12EB8F98-1603-4472-BE2B-49DEAC5B6652}" type="presParOf" srcId="{4FB4330F-2E6E-4A23-BD5A-395B44747F53}" destId="{B85EC0F6-4645-4E09-8689-4C61133FB47C}" srcOrd="2" destOrd="0" presId="urn:microsoft.com/office/officeart/2018/2/layout/IconVerticalSolidList"/>
    <dgm:cxn modelId="{46AE71F0-914F-41E3-BAC2-0DE4778D4ABE}" type="presParOf" srcId="{4FB4330F-2E6E-4A23-BD5A-395B44747F53}" destId="{2F897683-B9A5-4D45-B2E1-224EEC929787}" srcOrd="3" destOrd="0" presId="urn:microsoft.com/office/officeart/2018/2/layout/IconVerticalSolidList"/>
    <dgm:cxn modelId="{F0A96E90-8520-43EC-B60B-1AC5323F2C32}" type="presParOf" srcId="{FEAB3A6C-4D51-4287-AA3C-E0D8E6EAAECE}" destId="{0D35DB88-B7F6-46B0-AF58-DF81E7F1A3F2}" srcOrd="1" destOrd="0" presId="urn:microsoft.com/office/officeart/2018/2/layout/IconVerticalSolidList"/>
    <dgm:cxn modelId="{DED6A55C-37AF-4043-91A9-6F9C8C4DD4EE}" type="presParOf" srcId="{FEAB3A6C-4D51-4287-AA3C-E0D8E6EAAECE}" destId="{E43DBF9F-550F-429C-8D03-F2431A21321E}" srcOrd="2" destOrd="0" presId="urn:microsoft.com/office/officeart/2018/2/layout/IconVerticalSolidList"/>
    <dgm:cxn modelId="{20803385-272E-46DA-93D1-8FDA6CF9D5D8}" type="presParOf" srcId="{E43DBF9F-550F-429C-8D03-F2431A21321E}" destId="{AE21FAB1-9769-4970-AD5E-F1BD5E878D09}" srcOrd="0" destOrd="0" presId="urn:microsoft.com/office/officeart/2018/2/layout/IconVerticalSolidList"/>
    <dgm:cxn modelId="{6EE6F0B4-D3BF-44F4-ADB5-BDB0F4879E0C}" type="presParOf" srcId="{E43DBF9F-550F-429C-8D03-F2431A21321E}" destId="{9E046094-8C60-4C59-8C64-70C37A93EB25}" srcOrd="1" destOrd="0" presId="urn:microsoft.com/office/officeart/2018/2/layout/IconVerticalSolidList"/>
    <dgm:cxn modelId="{07AF6A81-0CCD-4B65-A38B-85F2207593D9}" type="presParOf" srcId="{E43DBF9F-550F-429C-8D03-F2431A21321E}" destId="{AB318471-E709-43FA-BA1E-35C6890244F9}" srcOrd="2" destOrd="0" presId="urn:microsoft.com/office/officeart/2018/2/layout/IconVerticalSolidList"/>
    <dgm:cxn modelId="{2827908E-CAC7-4103-87C3-D1C1CD4F6FFF}" type="presParOf" srcId="{E43DBF9F-550F-429C-8D03-F2431A21321E}" destId="{D43C3623-38EC-441D-8F09-2B572028F3F8}" srcOrd="3" destOrd="0" presId="urn:microsoft.com/office/officeart/2018/2/layout/IconVerticalSolidList"/>
    <dgm:cxn modelId="{01D42115-571B-44AF-B070-7859FEEC591F}" type="presParOf" srcId="{FEAB3A6C-4D51-4287-AA3C-E0D8E6EAAECE}" destId="{BB1D3E80-B1A0-430C-B8E4-F59D38B5CFC7}" srcOrd="3" destOrd="0" presId="urn:microsoft.com/office/officeart/2018/2/layout/IconVerticalSolidList"/>
    <dgm:cxn modelId="{8F20099F-46AD-420E-81E8-93A1DFA7F3C7}" type="presParOf" srcId="{FEAB3A6C-4D51-4287-AA3C-E0D8E6EAAECE}" destId="{87A97DCF-58E4-40B8-9A46-AC4742290E58}" srcOrd="4" destOrd="0" presId="urn:microsoft.com/office/officeart/2018/2/layout/IconVerticalSolidList"/>
    <dgm:cxn modelId="{67905381-B58B-429A-839F-B3F801601285}" type="presParOf" srcId="{87A97DCF-58E4-40B8-9A46-AC4742290E58}" destId="{9B15CC0E-4115-4BD6-8ED2-AE3CACBF956C}" srcOrd="0" destOrd="0" presId="urn:microsoft.com/office/officeart/2018/2/layout/IconVerticalSolidList"/>
    <dgm:cxn modelId="{285BC2E9-C400-457B-AE11-EB607BFD356F}" type="presParOf" srcId="{87A97DCF-58E4-40B8-9A46-AC4742290E58}" destId="{EE97D93F-613F-47C5-B80B-32C75361067B}" srcOrd="1" destOrd="0" presId="urn:microsoft.com/office/officeart/2018/2/layout/IconVerticalSolidList"/>
    <dgm:cxn modelId="{30D6A02C-0CA4-4546-8A96-BE88C82BF2B6}" type="presParOf" srcId="{87A97DCF-58E4-40B8-9A46-AC4742290E58}" destId="{1520392E-12D4-4570-81D8-F2983B80F528}" srcOrd="2" destOrd="0" presId="urn:microsoft.com/office/officeart/2018/2/layout/IconVerticalSolidList"/>
    <dgm:cxn modelId="{20B40596-C74D-40AD-B81D-2CD7549CDEAC}" type="presParOf" srcId="{87A97DCF-58E4-40B8-9A46-AC4742290E58}" destId="{8BD5FE71-6BFC-4017-A599-954E618CA63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0D3F4B9-75F5-42F4-867F-F19D76DE681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A9F8CCB-42C5-4ED3-ACA6-B5DD3F4D7AE5}">
      <dgm:prSet/>
      <dgm:spPr/>
      <dgm:t>
        <a:bodyPr/>
        <a:lstStyle/>
        <a:p>
          <a:pPr>
            <a:defRPr cap="all"/>
          </a:pPr>
          <a:r>
            <a:rPr lang="en-US"/>
            <a:t>*p + 2 NO es lo mismo que *(p+2)</a:t>
          </a:r>
        </a:p>
      </dgm:t>
    </dgm:pt>
    <dgm:pt modelId="{B56CE894-69E8-4B0E-8F14-3FBB75793E3C}" type="parTrans" cxnId="{E766EBFE-C2A6-4AC3-A36D-EFCC1299B254}">
      <dgm:prSet/>
      <dgm:spPr/>
      <dgm:t>
        <a:bodyPr/>
        <a:lstStyle/>
        <a:p>
          <a:endParaRPr lang="en-US"/>
        </a:p>
      </dgm:t>
    </dgm:pt>
    <dgm:pt modelId="{C2E5D687-8E60-4572-BFC0-ED7FCB490CA5}" type="sibTrans" cxnId="{E766EBFE-C2A6-4AC3-A36D-EFCC1299B254}">
      <dgm:prSet/>
      <dgm:spPr/>
      <dgm:t>
        <a:bodyPr/>
        <a:lstStyle/>
        <a:p>
          <a:endParaRPr lang="en-US"/>
        </a:p>
      </dgm:t>
    </dgm:pt>
    <dgm:pt modelId="{9E55C3A0-5E8A-4DE4-9B0A-0CA2DA031314}">
      <dgm:prSet/>
      <dgm:spPr/>
      <dgm:t>
        <a:bodyPr/>
        <a:lstStyle/>
        <a:p>
          <a:pPr>
            <a:defRPr cap="all"/>
          </a:pPr>
          <a:r>
            <a:rPr lang="en-US"/>
            <a:t>(*p)+2 -&gt; suma al valor</a:t>
          </a:r>
        </a:p>
      </dgm:t>
    </dgm:pt>
    <dgm:pt modelId="{C85286DF-81C7-45E4-BF33-03369E39C113}" type="parTrans" cxnId="{1BCBCD20-1110-4BC3-8170-E3C71092AE75}">
      <dgm:prSet/>
      <dgm:spPr/>
      <dgm:t>
        <a:bodyPr/>
        <a:lstStyle/>
        <a:p>
          <a:endParaRPr lang="en-US"/>
        </a:p>
      </dgm:t>
    </dgm:pt>
    <dgm:pt modelId="{C8967AFB-E3D5-43A4-90AF-2B14A7DC6164}" type="sibTrans" cxnId="{1BCBCD20-1110-4BC3-8170-E3C71092AE75}">
      <dgm:prSet/>
      <dgm:spPr/>
      <dgm:t>
        <a:bodyPr/>
        <a:lstStyle/>
        <a:p>
          <a:endParaRPr lang="en-US"/>
        </a:p>
      </dgm:t>
    </dgm:pt>
    <dgm:pt modelId="{8A5FDD89-1A2F-4929-AD67-97FAFD17EB06}">
      <dgm:prSet/>
      <dgm:spPr/>
      <dgm:t>
        <a:bodyPr/>
        <a:lstStyle/>
        <a:p>
          <a:pPr>
            <a:defRPr cap="all"/>
          </a:pPr>
          <a:r>
            <a:rPr lang="en-US"/>
            <a:t>*(p+2) -&gt; accede a otra posición</a:t>
          </a:r>
        </a:p>
      </dgm:t>
    </dgm:pt>
    <dgm:pt modelId="{D12E042B-5E21-4D4E-BF82-782CDE66E2F7}" type="parTrans" cxnId="{003A1E29-6591-413D-86CE-CFCF0BE5A5B9}">
      <dgm:prSet/>
      <dgm:spPr/>
      <dgm:t>
        <a:bodyPr/>
        <a:lstStyle/>
        <a:p>
          <a:endParaRPr lang="en-US"/>
        </a:p>
      </dgm:t>
    </dgm:pt>
    <dgm:pt modelId="{F5A9C3E9-7C7F-490B-9A92-1A52D96DD40E}" type="sibTrans" cxnId="{003A1E29-6591-413D-86CE-CFCF0BE5A5B9}">
      <dgm:prSet/>
      <dgm:spPr/>
      <dgm:t>
        <a:bodyPr/>
        <a:lstStyle/>
        <a:p>
          <a:endParaRPr lang="en-US"/>
        </a:p>
      </dgm:t>
    </dgm:pt>
    <dgm:pt modelId="{6889505F-402A-4E49-9F51-73EFF60832BF}" type="pres">
      <dgm:prSet presAssocID="{00D3F4B9-75F5-42F4-867F-F19D76DE681B}" presName="root" presStyleCnt="0">
        <dgm:presLayoutVars>
          <dgm:dir/>
          <dgm:resizeHandles val="exact"/>
        </dgm:presLayoutVars>
      </dgm:prSet>
      <dgm:spPr/>
    </dgm:pt>
    <dgm:pt modelId="{9F065DC0-B0DF-452F-8E42-AB2C4092FF18}" type="pres">
      <dgm:prSet presAssocID="{0A9F8CCB-42C5-4ED3-ACA6-B5DD3F4D7AE5}" presName="compNode" presStyleCnt="0"/>
      <dgm:spPr/>
    </dgm:pt>
    <dgm:pt modelId="{88CE4E2D-1AD1-4D48-9A1A-EEB163CB9E61}" type="pres">
      <dgm:prSet presAssocID="{0A9F8CCB-42C5-4ED3-ACA6-B5DD3F4D7AE5}" presName="iconBgRect" presStyleLbl="bgShp" presStyleIdx="0" presStyleCnt="3"/>
      <dgm:spPr/>
    </dgm:pt>
    <dgm:pt modelId="{3F0A96F9-FD08-4C70-8FF2-BCCDD2E5A0DB}" type="pres">
      <dgm:prSet presAssocID="{0A9F8CCB-42C5-4ED3-ACA6-B5DD3F4D7AE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pulsar"/>
        </a:ext>
      </dgm:extLst>
    </dgm:pt>
    <dgm:pt modelId="{B40878EA-6BD4-4D3A-8150-A5804BFF3E28}" type="pres">
      <dgm:prSet presAssocID="{0A9F8CCB-42C5-4ED3-ACA6-B5DD3F4D7AE5}" presName="spaceRect" presStyleCnt="0"/>
      <dgm:spPr/>
    </dgm:pt>
    <dgm:pt modelId="{BE2B07D8-CF93-4569-8107-2C675F2F0DA8}" type="pres">
      <dgm:prSet presAssocID="{0A9F8CCB-42C5-4ED3-ACA6-B5DD3F4D7AE5}" presName="textRect" presStyleLbl="revTx" presStyleIdx="0" presStyleCnt="3">
        <dgm:presLayoutVars>
          <dgm:chMax val="1"/>
          <dgm:chPref val="1"/>
        </dgm:presLayoutVars>
      </dgm:prSet>
      <dgm:spPr/>
    </dgm:pt>
    <dgm:pt modelId="{72F23FA4-2A1E-4B75-A0CA-CE52FB028ED7}" type="pres">
      <dgm:prSet presAssocID="{C2E5D687-8E60-4572-BFC0-ED7FCB490CA5}" presName="sibTrans" presStyleCnt="0"/>
      <dgm:spPr/>
    </dgm:pt>
    <dgm:pt modelId="{5206C1D5-7823-452E-93A8-83EA3DB43582}" type="pres">
      <dgm:prSet presAssocID="{9E55C3A0-5E8A-4DE4-9B0A-0CA2DA031314}" presName="compNode" presStyleCnt="0"/>
      <dgm:spPr/>
    </dgm:pt>
    <dgm:pt modelId="{E0844A28-8808-4DF0-84C4-F661F685E841}" type="pres">
      <dgm:prSet presAssocID="{9E55C3A0-5E8A-4DE4-9B0A-0CA2DA031314}" presName="iconBgRect" presStyleLbl="bgShp" presStyleIdx="1" presStyleCnt="3"/>
      <dgm:spPr/>
    </dgm:pt>
    <dgm:pt modelId="{5D972F17-5B10-4BDF-B12A-59BB1EA17E30}" type="pres">
      <dgm:prSet presAssocID="{9E55C3A0-5E8A-4DE4-9B0A-0CA2DA03131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rona de laureles"/>
        </a:ext>
      </dgm:extLst>
    </dgm:pt>
    <dgm:pt modelId="{9D99AC23-5F1C-4877-8AFF-9A0544939CD1}" type="pres">
      <dgm:prSet presAssocID="{9E55C3A0-5E8A-4DE4-9B0A-0CA2DA031314}" presName="spaceRect" presStyleCnt="0"/>
      <dgm:spPr/>
    </dgm:pt>
    <dgm:pt modelId="{8868F5A8-6575-4916-9019-71B61E7F81FA}" type="pres">
      <dgm:prSet presAssocID="{9E55C3A0-5E8A-4DE4-9B0A-0CA2DA031314}" presName="textRect" presStyleLbl="revTx" presStyleIdx="1" presStyleCnt="3">
        <dgm:presLayoutVars>
          <dgm:chMax val="1"/>
          <dgm:chPref val="1"/>
        </dgm:presLayoutVars>
      </dgm:prSet>
      <dgm:spPr/>
    </dgm:pt>
    <dgm:pt modelId="{1B98A682-E9D6-4879-BD26-E8EDE8320AB3}" type="pres">
      <dgm:prSet presAssocID="{C8967AFB-E3D5-43A4-90AF-2B14A7DC6164}" presName="sibTrans" presStyleCnt="0"/>
      <dgm:spPr/>
    </dgm:pt>
    <dgm:pt modelId="{ADEEF998-ED72-4997-8C49-0D65CD493CBE}" type="pres">
      <dgm:prSet presAssocID="{8A5FDD89-1A2F-4929-AD67-97FAFD17EB06}" presName="compNode" presStyleCnt="0"/>
      <dgm:spPr/>
    </dgm:pt>
    <dgm:pt modelId="{DF223E07-5891-4915-8EA2-277BBC59A94F}" type="pres">
      <dgm:prSet presAssocID="{8A5FDD89-1A2F-4929-AD67-97FAFD17EB06}" presName="iconBgRect" presStyleLbl="bgShp" presStyleIdx="2" presStyleCnt="3"/>
      <dgm:spPr/>
    </dgm:pt>
    <dgm:pt modelId="{DF959FDE-CAF6-4C0F-96FA-093D6E52FD76}" type="pres">
      <dgm:prSet presAssocID="{8A5FDD89-1A2F-4929-AD67-97FAFD17EB0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EF1255FC-E825-4B20-8DA4-77995A27CF2E}" type="pres">
      <dgm:prSet presAssocID="{8A5FDD89-1A2F-4929-AD67-97FAFD17EB06}" presName="spaceRect" presStyleCnt="0"/>
      <dgm:spPr/>
    </dgm:pt>
    <dgm:pt modelId="{4F000E8D-F3B7-4FBF-BF56-591192A90258}" type="pres">
      <dgm:prSet presAssocID="{8A5FDD89-1A2F-4929-AD67-97FAFD17EB0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BCBCD20-1110-4BC3-8170-E3C71092AE75}" srcId="{00D3F4B9-75F5-42F4-867F-F19D76DE681B}" destId="{9E55C3A0-5E8A-4DE4-9B0A-0CA2DA031314}" srcOrd="1" destOrd="0" parTransId="{C85286DF-81C7-45E4-BF33-03369E39C113}" sibTransId="{C8967AFB-E3D5-43A4-90AF-2B14A7DC6164}"/>
    <dgm:cxn modelId="{003A1E29-6591-413D-86CE-CFCF0BE5A5B9}" srcId="{00D3F4B9-75F5-42F4-867F-F19D76DE681B}" destId="{8A5FDD89-1A2F-4929-AD67-97FAFD17EB06}" srcOrd="2" destOrd="0" parTransId="{D12E042B-5E21-4D4E-BF82-782CDE66E2F7}" sibTransId="{F5A9C3E9-7C7F-490B-9A92-1A52D96DD40E}"/>
    <dgm:cxn modelId="{6558FC30-6647-4288-8C48-6D14D00889B5}" type="presOf" srcId="{9E55C3A0-5E8A-4DE4-9B0A-0CA2DA031314}" destId="{8868F5A8-6575-4916-9019-71B61E7F81FA}" srcOrd="0" destOrd="0" presId="urn:microsoft.com/office/officeart/2018/5/layout/IconCircleLabelList"/>
    <dgm:cxn modelId="{1D71EC62-AEC4-4E3A-9EEF-25A0CF074EA6}" type="presOf" srcId="{00D3F4B9-75F5-42F4-867F-F19D76DE681B}" destId="{6889505F-402A-4E49-9F51-73EFF60832BF}" srcOrd="0" destOrd="0" presId="urn:microsoft.com/office/officeart/2018/5/layout/IconCircleLabelList"/>
    <dgm:cxn modelId="{45B4A09B-29E5-4DD2-852B-1FCC38CEA68F}" type="presOf" srcId="{8A5FDD89-1A2F-4929-AD67-97FAFD17EB06}" destId="{4F000E8D-F3B7-4FBF-BF56-591192A90258}" srcOrd="0" destOrd="0" presId="urn:microsoft.com/office/officeart/2018/5/layout/IconCircleLabelList"/>
    <dgm:cxn modelId="{74358DCC-B051-4D90-ACDA-40AAEAC43048}" type="presOf" srcId="{0A9F8CCB-42C5-4ED3-ACA6-B5DD3F4D7AE5}" destId="{BE2B07D8-CF93-4569-8107-2C675F2F0DA8}" srcOrd="0" destOrd="0" presId="urn:microsoft.com/office/officeart/2018/5/layout/IconCircleLabelList"/>
    <dgm:cxn modelId="{E766EBFE-C2A6-4AC3-A36D-EFCC1299B254}" srcId="{00D3F4B9-75F5-42F4-867F-F19D76DE681B}" destId="{0A9F8CCB-42C5-4ED3-ACA6-B5DD3F4D7AE5}" srcOrd="0" destOrd="0" parTransId="{B56CE894-69E8-4B0E-8F14-3FBB75793E3C}" sibTransId="{C2E5D687-8E60-4572-BFC0-ED7FCB490CA5}"/>
    <dgm:cxn modelId="{770BD2FB-2D3F-4429-B93A-18F147CDAADF}" type="presParOf" srcId="{6889505F-402A-4E49-9F51-73EFF60832BF}" destId="{9F065DC0-B0DF-452F-8E42-AB2C4092FF18}" srcOrd="0" destOrd="0" presId="urn:microsoft.com/office/officeart/2018/5/layout/IconCircleLabelList"/>
    <dgm:cxn modelId="{C37BB686-037B-443B-A29E-1F7401E9E082}" type="presParOf" srcId="{9F065DC0-B0DF-452F-8E42-AB2C4092FF18}" destId="{88CE4E2D-1AD1-4D48-9A1A-EEB163CB9E61}" srcOrd="0" destOrd="0" presId="urn:microsoft.com/office/officeart/2018/5/layout/IconCircleLabelList"/>
    <dgm:cxn modelId="{014A93DB-D582-4874-AC0D-87147D63BBC6}" type="presParOf" srcId="{9F065DC0-B0DF-452F-8E42-AB2C4092FF18}" destId="{3F0A96F9-FD08-4C70-8FF2-BCCDD2E5A0DB}" srcOrd="1" destOrd="0" presId="urn:microsoft.com/office/officeart/2018/5/layout/IconCircleLabelList"/>
    <dgm:cxn modelId="{DF2CF51E-AF66-4DCA-8536-58C1CEACD97A}" type="presParOf" srcId="{9F065DC0-B0DF-452F-8E42-AB2C4092FF18}" destId="{B40878EA-6BD4-4D3A-8150-A5804BFF3E28}" srcOrd="2" destOrd="0" presId="urn:microsoft.com/office/officeart/2018/5/layout/IconCircleLabelList"/>
    <dgm:cxn modelId="{77705400-2183-40D4-A465-19259801C66A}" type="presParOf" srcId="{9F065DC0-B0DF-452F-8E42-AB2C4092FF18}" destId="{BE2B07D8-CF93-4569-8107-2C675F2F0DA8}" srcOrd="3" destOrd="0" presId="urn:microsoft.com/office/officeart/2018/5/layout/IconCircleLabelList"/>
    <dgm:cxn modelId="{A258E9BD-FDE4-4721-8DE0-49A01717EDEB}" type="presParOf" srcId="{6889505F-402A-4E49-9F51-73EFF60832BF}" destId="{72F23FA4-2A1E-4B75-A0CA-CE52FB028ED7}" srcOrd="1" destOrd="0" presId="urn:microsoft.com/office/officeart/2018/5/layout/IconCircleLabelList"/>
    <dgm:cxn modelId="{B1BCCF05-59DD-4075-82CA-566C0B93D070}" type="presParOf" srcId="{6889505F-402A-4E49-9F51-73EFF60832BF}" destId="{5206C1D5-7823-452E-93A8-83EA3DB43582}" srcOrd="2" destOrd="0" presId="urn:microsoft.com/office/officeart/2018/5/layout/IconCircleLabelList"/>
    <dgm:cxn modelId="{066E5350-ED30-416A-B45F-E3369F051A6E}" type="presParOf" srcId="{5206C1D5-7823-452E-93A8-83EA3DB43582}" destId="{E0844A28-8808-4DF0-84C4-F661F685E841}" srcOrd="0" destOrd="0" presId="urn:microsoft.com/office/officeart/2018/5/layout/IconCircleLabelList"/>
    <dgm:cxn modelId="{B7FF0FF3-BD4B-4E41-8F3E-7FE0B0BA6EA5}" type="presParOf" srcId="{5206C1D5-7823-452E-93A8-83EA3DB43582}" destId="{5D972F17-5B10-4BDF-B12A-59BB1EA17E30}" srcOrd="1" destOrd="0" presId="urn:microsoft.com/office/officeart/2018/5/layout/IconCircleLabelList"/>
    <dgm:cxn modelId="{45E69A08-46BE-4134-9808-7E875F9ADB6C}" type="presParOf" srcId="{5206C1D5-7823-452E-93A8-83EA3DB43582}" destId="{9D99AC23-5F1C-4877-8AFF-9A0544939CD1}" srcOrd="2" destOrd="0" presId="urn:microsoft.com/office/officeart/2018/5/layout/IconCircleLabelList"/>
    <dgm:cxn modelId="{DD607E39-D52B-4289-B42D-4EB9AD96687F}" type="presParOf" srcId="{5206C1D5-7823-452E-93A8-83EA3DB43582}" destId="{8868F5A8-6575-4916-9019-71B61E7F81FA}" srcOrd="3" destOrd="0" presId="urn:microsoft.com/office/officeart/2018/5/layout/IconCircleLabelList"/>
    <dgm:cxn modelId="{F70E515A-A246-4341-A5FA-8B415E686BD1}" type="presParOf" srcId="{6889505F-402A-4E49-9F51-73EFF60832BF}" destId="{1B98A682-E9D6-4879-BD26-E8EDE8320AB3}" srcOrd="3" destOrd="0" presId="urn:microsoft.com/office/officeart/2018/5/layout/IconCircleLabelList"/>
    <dgm:cxn modelId="{8ACC5EB0-4F98-4ADD-827E-0F021CE4F705}" type="presParOf" srcId="{6889505F-402A-4E49-9F51-73EFF60832BF}" destId="{ADEEF998-ED72-4997-8C49-0D65CD493CBE}" srcOrd="4" destOrd="0" presId="urn:microsoft.com/office/officeart/2018/5/layout/IconCircleLabelList"/>
    <dgm:cxn modelId="{ABB80459-E62F-4E13-9A9C-5EB518B07367}" type="presParOf" srcId="{ADEEF998-ED72-4997-8C49-0D65CD493CBE}" destId="{DF223E07-5891-4915-8EA2-277BBC59A94F}" srcOrd="0" destOrd="0" presId="urn:microsoft.com/office/officeart/2018/5/layout/IconCircleLabelList"/>
    <dgm:cxn modelId="{7624CEBD-07FF-4C17-B1E9-55EF32E6C782}" type="presParOf" srcId="{ADEEF998-ED72-4997-8C49-0D65CD493CBE}" destId="{DF959FDE-CAF6-4C0F-96FA-093D6E52FD76}" srcOrd="1" destOrd="0" presId="urn:microsoft.com/office/officeart/2018/5/layout/IconCircleLabelList"/>
    <dgm:cxn modelId="{8A80640E-D94C-4771-8A99-99C53FC61B90}" type="presParOf" srcId="{ADEEF998-ED72-4997-8C49-0D65CD493CBE}" destId="{EF1255FC-E825-4B20-8DA4-77995A27CF2E}" srcOrd="2" destOrd="0" presId="urn:microsoft.com/office/officeart/2018/5/layout/IconCircleLabelList"/>
    <dgm:cxn modelId="{749EC13C-7E94-4B67-91DE-9770711F9025}" type="presParOf" srcId="{ADEEF998-ED72-4997-8C49-0D65CD493CBE}" destId="{4F000E8D-F3B7-4FBF-BF56-591192A9025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8837AAF-F88C-46D9-A925-F52A4ACF1C9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B020529-0929-45BD-8F7A-5CF1433864ED}">
      <dgm:prSet/>
      <dgm:spPr/>
      <dgm:t>
        <a:bodyPr/>
        <a:lstStyle/>
        <a:p>
          <a:r>
            <a:rPr lang="en-US"/>
            <a:t>Los arrays son punteros.</a:t>
          </a:r>
        </a:p>
      </dgm:t>
    </dgm:pt>
    <dgm:pt modelId="{3F475BC8-5521-44B6-AF4E-E886F00095A7}" type="parTrans" cxnId="{C5B52B96-60BC-4E8B-8C58-8037806787D5}">
      <dgm:prSet/>
      <dgm:spPr/>
      <dgm:t>
        <a:bodyPr/>
        <a:lstStyle/>
        <a:p>
          <a:endParaRPr lang="en-US"/>
        </a:p>
      </dgm:t>
    </dgm:pt>
    <dgm:pt modelId="{511EA4CE-BD94-457B-97B9-B5A3BA4713A8}" type="sibTrans" cxnId="{C5B52B96-60BC-4E8B-8C58-8037806787D5}">
      <dgm:prSet/>
      <dgm:spPr/>
      <dgm:t>
        <a:bodyPr/>
        <a:lstStyle/>
        <a:p>
          <a:endParaRPr lang="en-US"/>
        </a:p>
      </dgm:t>
    </dgm:pt>
    <dgm:pt modelId="{D079A164-4860-45B4-ACAF-CE792D8EFA3C}">
      <dgm:prSet/>
      <dgm:spPr/>
      <dgm:t>
        <a:bodyPr/>
        <a:lstStyle/>
        <a:p>
          <a:r>
            <a:rPr lang="en-US"/>
            <a:t>[] es sintaxis sobre aritmética de punteros.</a:t>
          </a:r>
        </a:p>
      </dgm:t>
    </dgm:pt>
    <dgm:pt modelId="{BD247535-CA96-46CE-9C72-45CD1D42C556}" type="parTrans" cxnId="{43727805-9213-4263-83EE-40429270BB17}">
      <dgm:prSet/>
      <dgm:spPr/>
      <dgm:t>
        <a:bodyPr/>
        <a:lstStyle/>
        <a:p>
          <a:endParaRPr lang="en-US"/>
        </a:p>
      </dgm:t>
    </dgm:pt>
    <dgm:pt modelId="{63D92D1E-58E1-4C16-BF5F-AC73771F851B}" type="sibTrans" cxnId="{43727805-9213-4263-83EE-40429270BB17}">
      <dgm:prSet/>
      <dgm:spPr/>
      <dgm:t>
        <a:bodyPr/>
        <a:lstStyle/>
        <a:p>
          <a:endParaRPr lang="en-US"/>
        </a:p>
      </dgm:t>
    </dgm:pt>
    <dgm:pt modelId="{9589D877-5428-4125-AA54-2170AC0222C8}">
      <dgm:prSet/>
      <dgm:spPr/>
      <dgm:t>
        <a:bodyPr/>
        <a:lstStyle/>
        <a:p>
          <a:r>
            <a:rPr lang="en-US"/>
            <a:t>Comprender esto hace que C tenga sentido.</a:t>
          </a:r>
        </a:p>
      </dgm:t>
    </dgm:pt>
    <dgm:pt modelId="{18C7A17E-378D-4F45-A92B-9E29DCE307B5}" type="parTrans" cxnId="{1DC4FB2E-2290-4E32-93B0-B938A3AA63AE}">
      <dgm:prSet/>
      <dgm:spPr/>
      <dgm:t>
        <a:bodyPr/>
        <a:lstStyle/>
        <a:p>
          <a:endParaRPr lang="en-US"/>
        </a:p>
      </dgm:t>
    </dgm:pt>
    <dgm:pt modelId="{E5326731-ACB3-4C35-837E-A61C90EA0C48}" type="sibTrans" cxnId="{1DC4FB2E-2290-4E32-93B0-B938A3AA63AE}">
      <dgm:prSet/>
      <dgm:spPr/>
      <dgm:t>
        <a:bodyPr/>
        <a:lstStyle/>
        <a:p>
          <a:endParaRPr lang="en-US"/>
        </a:p>
      </dgm:t>
    </dgm:pt>
    <dgm:pt modelId="{1F3F3CAB-A6F5-4DEE-B499-1CE0EE631EBD}" type="pres">
      <dgm:prSet presAssocID="{98837AAF-F88C-46D9-A925-F52A4ACF1C9E}" presName="root" presStyleCnt="0">
        <dgm:presLayoutVars>
          <dgm:dir/>
          <dgm:resizeHandles val="exact"/>
        </dgm:presLayoutVars>
      </dgm:prSet>
      <dgm:spPr/>
    </dgm:pt>
    <dgm:pt modelId="{7DCD35C1-745F-450B-8C1C-370E9996A364}" type="pres">
      <dgm:prSet presAssocID="{2B020529-0929-45BD-8F7A-5CF1433864ED}" presName="compNode" presStyleCnt="0"/>
      <dgm:spPr/>
    </dgm:pt>
    <dgm:pt modelId="{0A8CC733-CBB6-4151-B8EE-810568281976}" type="pres">
      <dgm:prSet presAssocID="{2B020529-0929-45BD-8F7A-5CF1433864ED}" presName="bgRect" presStyleLbl="bgShp" presStyleIdx="0" presStyleCnt="3"/>
      <dgm:spPr/>
    </dgm:pt>
    <dgm:pt modelId="{2A1041B0-0D3D-44C2-A31D-357970AC2302}" type="pres">
      <dgm:prSet presAssocID="{2B020529-0929-45BD-8F7A-5CF1433864E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a"/>
        </a:ext>
      </dgm:extLst>
    </dgm:pt>
    <dgm:pt modelId="{F363E302-16BC-4FAB-A909-B76287A831E1}" type="pres">
      <dgm:prSet presAssocID="{2B020529-0929-45BD-8F7A-5CF1433864ED}" presName="spaceRect" presStyleCnt="0"/>
      <dgm:spPr/>
    </dgm:pt>
    <dgm:pt modelId="{ED24ADCE-0FF8-4254-B81F-9998B61AC922}" type="pres">
      <dgm:prSet presAssocID="{2B020529-0929-45BD-8F7A-5CF1433864ED}" presName="parTx" presStyleLbl="revTx" presStyleIdx="0" presStyleCnt="3">
        <dgm:presLayoutVars>
          <dgm:chMax val="0"/>
          <dgm:chPref val="0"/>
        </dgm:presLayoutVars>
      </dgm:prSet>
      <dgm:spPr/>
    </dgm:pt>
    <dgm:pt modelId="{7B8385AD-741B-4D1D-9019-69A0A13C7DDA}" type="pres">
      <dgm:prSet presAssocID="{511EA4CE-BD94-457B-97B9-B5A3BA4713A8}" presName="sibTrans" presStyleCnt="0"/>
      <dgm:spPr/>
    </dgm:pt>
    <dgm:pt modelId="{FDF8936B-C57F-4418-9AE3-51557043AAA2}" type="pres">
      <dgm:prSet presAssocID="{D079A164-4860-45B4-ACAF-CE792D8EFA3C}" presName="compNode" presStyleCnt="0"/>
      <dgm:spPr/>
    </dgm:pt>
    <dgm:pt modelId="{D94D7D26-56FE-46B7-8A98-885647218FEB}" type="pres">
      <dgm:prSet presAssocID="{D079A164-4860-45B4-ACAF-CE792D8EFA3C}" presName="bgRect" presStyleLbl="bgShp" presStyleIdx="1" presStyleCnt="3"/>
      <dgm:spPr/>
    </dgm:pt>
    <dgm:pt modelId="{CD4182E1-510E-481E-AA47-F0979E581E26}" type="pres">
      <dgm:prSet presAssocID="{D079A164-4860-45B4-ACAF-CE792D8EFA3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bre"/>
        </a:ext>
      </dgm:extLst>
    </dgm:pt>
    <dgm:pt modelId="{AEF0DE57-5815-4DD2-8B6D-139835FA9823}" type="pres">
      <dgm:prSet presAssocID="{D079A164-4860-45B4-ACAF-CE792D8EFA3C}" presName="spaceRect" presStyleCnt="0"/>
      <dgm:spPr/>
    </dgm:pt>
    <dgm:pt modelId="{0AD0D58B-C953-4519-AEF4-2862FF44E10E}" type="pres">
      <dgm:prSet presAssocID="{D079A164-4860-45B4-ACAF-CE792D8EFA3C}" presName="parTx" presStyleLbl="revTx" presStyleIdx="1" presStyleCnt="3">
        <dgm:presLayoutVars>
          <dgm:chMax val="0"/>
          <dgm:chPref val="0"/>
        </dgm:presLayoutVars>
      </dgm:prSet>
      <dgm:spPr/>
    </dgm:pt>
    <dgm:pt modelId="{2BB10F1D-BF31-47C4-B885-34BF9066D21B}" type="pres">
      <dgm:prSet presAssocID="{63D92D1E-58E1-4C16-BF5F-AC73771F851B}" presName="sibTrans" presStyleCnt="0"/>
      <dgm:spPr/>
    </dgm:pt>
    <dgm:pt modelId="{5B19BE1B-CC1A-4DFF-90EA-09CB7D6B3085}" type="pres">
      <dgm:prSet presAssocID="{9589D877-5428-4125-AA54-2170AC0222C8}" presName="compNode" presStyleCnt="0"/>
      <dgm:spPr/>
    </dgm:pt>
    <dgm:pt modelId="{77465696-384D-4CD7-89E4-C4085B5F945D}" type="pres">
      <dgm:prSet presAssocID="{9589D877-5428-4125-AA54-2170AC0222C8}" presName="bgRect" presStyleLbl="bgShp" presStyleIdx="2" presStyleCnt="3"/>
      <dgm:spPr/>
    </dgm:pt>
    <dgm:pt modelId="{CA44846B-D906-4506-8D7F-D9E1F738C7A8}" type="pres">
      <dgm:prSet presAssocID="{9589D877-5428-4125-AA54-2170AC0222C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13023E4E-4C57-4B74-9FC6-D58C8936ABD3}" type="pres">
      <dgm:prSet presAssocID="{9589D877-5428-4125-AA54-2170AC0222C8}" presName="spaceRect" presStyleCnt="0"/>
      <dgm:spPr/>
    </dgm:pt>
    <dgm:pt modelId="{53503ED0-1570-470A-80DD-4BDB878AA4EB}" type="pres">
      <dgm:prSet presAssocID="{9589D877-5428-4125-AA54-2170AC0222C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3727805-9213-4263-83EE-40429270BB17}" srcId="{98837AAF-F88C-46D9-A925-F52A4ACF1C9E}" destId="{D079A164-4860-45B4-ACAF-CE792D8EFA3C}" srcOrd="1" destOrd="0" parTransId="{BD247535-CA96-46CE-9C72-45CD1D42C556}" sibTransId="{63D92D1E-58E1-4C16-BF5F-AC73771F851B}"/>
    <dgm:cxn modelId="{1DC4FB2E-2290-4E32-93B0-B938A3AA63AE}" srcId="{98837AAF-F88C-46D9-A925-F52A4ACF1C9E}" destId="{9589D877-5428-4125-AA54-2170AC0222C8}" srcOrd="2" destOrd="0" parTransId="{18C7A17E-378D-4F45-A92B-9E29DCE307B5}" sibTransId="{E5326731-ACB3-4C35-837E-A61C90EA0C48}"/>
    <dgm:cxn modelId="{653D9B66-0FED-45A1-BB86-D30DBC54240C}" type="presOf" srcId="{2B020529-0929-45BD-8F7A-5CF1433864ED}" destId="{ED24ADCE-0FF8-4254-B81F-9998B61AC922}" srcOrd="0" destOrd="0" presId="urn:microsoft.com/office/officeart/2018/2/layout/IconVerticalSolidList"/>
    <dgm:cxn modelId="{FAA73D79-57FB-4997-97D4-7E0CFC790F94}" type="presOf" srcId="{9589D877-5428-4125-AA54-2170AC0222C8}" destId="{53503ED0-1570-470A-80DD-4BDB878AA4EB}" srcOrd="0" destOrd="0" presId="urn:microsoft.com/office/officeart/2018/2/layout/IconVerticalSolidList"/>
    <dgm:cxn modelId="{C5B52B96-60BC-4E8B-8C58-8037806787D5}" srcId="{98837AAF-F88C-46D9-A925-F52A4ACF1C9E}" destId="{2B020529-0929-45BD-8F7A-5CF1433864ED}" srcOrd="0" destOrd="0" parTransId="{3F475BC8-5521-44B6-AF4E-E886F00095A7}" sibTransId="{511EA4CE-BD94-457B-97B9-B5A3BA4713A8}"/>
    <dgm:cxn modelId="{9BD846C1-4035-43CE-B42E-8864DE044DFA}" type="presOf" srcId="{D079A164-4860-45B4-ACAF-CE792D8EFA3C}" destId="{0AD0D58B-C953-4519-AEF4-2862FF44E10E}" srcOrd="0" destOrd="0" presId="urn:microsoft.com/office/officeart/2018/2/layout/IconVerticalSolidList"/>
    <dgm:cxn modelId="{03823DDB-D6D1-4B8A-82BA-6C15CFD1ED2B}" type="presOf" srcId="{98837AAF-F88C-46D9-A925-F52A4ACF1C9E}" destId="{1F3F3CAB-A6F5-4DEE-B499-1CE0EE631EBD}" srcOrd="0" destOrd="0" presId="urn:microsoft.com/office/officeart/2018/2/layout/IconVerticalSolidList"/>
    <dgm:cxn modelId="{C64A8190-2BDC-4B09-8D8B-13AA3A88A3AD}" type="presParOf" srcId="{1F3F3CAB-A6F5-4DEE-B499-1CE0EE631EBD}" destId="{7DCD35C1-745F-450B-8C1C-370E9996A364}" srcOrd="0" destOrd="0" presId="urn:microsoft.com/office/officeart/2018/2/layout/IconVerticalSolidList"/>
    <dgm:cxn modelId="{1504CAA2-742F-4B0C-9681-51F944CD11A2}" type="presParOf" srcId="{7DCD35C1-745F-450B-8C1C-370E9996A364}" destId="{0A8CC733-CBB6-4151-B8EE-810568281976}" srcOrd="0" destOrd="0" presId="urn:microsoft.com/office/officeart/2018/2/layout/IconVerticalSolidList"/>
    <dgm:cxn modelId="{CABF7382-F8E1-4A2A-A270-97062DD019D7}" type="presParOf" srcId="{7DCD35C1-745F-450B-8C1C-370E9996A364}" destId="{2A1041B0-0D3D-44C2-A31D-357970AC2302}" srcOrd="1" destOrd="0" presId="urn:microsoft.com/office/officeart/2018/2/layout/IconVerticalSolidList"/>
    <dgm:cxn modelId="{67F257DD-5066-40E9-9DE1-2C6AE83CB09B}" type="presParOf" srcId="{7DCD35C1-745F-450B-8C1C-370E9996A364}" destId="{F363E302-16BC-4FAB-A909-B76287A831E1}" srcOrd="2" destOrd="0" presId="urn:microsoft.com/office/officeart/2018/2/layout/IconVerticalSolidList"/>
    <dgm:cxn modelId="{A4A39418-0E18-45EA-B91D-0CD987A90CF1}" type="presParOf" srcId="{7DCD35C1-745F-450B-8C1C-370E9996A364}" destId="{ED24ADCE-0FF8-4254-B81F-9998B61AC922}" srcOrd="3" destOrd="0" presId="urn:microsoft.com/office/officeart/2018/2/layout/IconVerticalSolidList"/>
    <dgm:cxn modelId="{57655667-5F44-4166-84DE-260FCAAC25FB}" type="presParOf" srcId="{1F3F3CAB-A6F5-4DEE-B499-1CE0EE631EBD}" destId="{7B8385AD-741B-4D1D-9019-69A0A13C7DDA}" srcOrd="1" destOrd="0" presId="urn:microsoft.com/office/officeart/2018/2/layout/IconVerticalSolidList"/>
    <dgm:cxn modelId="{97608513-E883-447F-86E7-E616A643E51A}" type="presParOf" srcId="{1F3F3CAB-A6F5-4DEE-B499-1CE0EE631EBD}" destId="{FDF8936B-C57F-4418-9AE3-51557043AAA2}" srcOrd="2" destOrd="0" presId="urn:microsoft.com/office/officeart/2018/2/layout/IconVerticalSolidList"/>
    <dgm:cxn modelId="{27D049CE-747E-448A-9520-2548DB1B455E}" type="presParOf" srcId="{FDF8936B-C57F-4418-9AE3-51557043AAA2}" destId="{D94D7D26-56FE-46B7-8A98-885647218FEB}" srcOrd="0" destOrd="0" presId="urn:microsoft.com/office/officeart/2018/2/layout/IconVerticalSolidList"/>
    <dgm:cxn modelId="{A7863527-BEEC-4566-A8CB-DA64EE82FF5C}" type="presParOf" srcId="{FDF8936B-C57F-4418-9AE3-51557043AAA2}" destId="{CD4182E1-510E-481E-AA47-F0979E581E26}" srcOrd="1" destOrd="0" presId="urn:microsoft.com/office/officeart/2018/2/layout/IconVerticalSolidList"/>
    <dgm:cxn modelId="{52C4A5E9-491F-4913-AFC6-AAAC1656415A}" type="presParOf" srcId="{FDF8936B-C57F-4418-9AE3-51557043AAA2}" destId="{AEF0DE57-5815-4DD2-8B6D-139835FA9823}" srcOrd="2" destOrd="0" presId="urn:microsoft.com/office/officeart/2018/2/layout/IconVerticalSolidList"/>
    <dgm:cxn modelId="{24206DCF-18FE-491C-828A-D2F4959F6636}" type="presParOf" srcId="{FDF8936B-C57F-4418-9AE3-51557043AAA2}" destId="{0AD0D58B-C953-4519-AEF4-2862FF44E10E}" srcOrd="3" destOrd="0" presId="urn:microsoft.com/office/officeart/2018/2/layout/IconVerticalSolidList"/>
    <dgm:cxn modelId="{0D5D3E5A-9347-42BA-BFB8-4488AAA7E792}" type="presParOf" srcId="{1F3F3CAB-A6F5-4DEE-B499-1CE0EE631EBD}" destId="{2BB10F1D-BF31-47C4-B885-34BF9066D21B}" srcOrd="3" destOrd="0" presId="urn:microsoft.com/office/officeart/2018/2/layout/IconVerticalSolidList"/>
    <dgm:cxn modelId="{B07FE8A4-3A28-4AE8-918B-A3A67C035C19}" type="presParOf" srcId="{1F3F3CAB-A6F5-4DEE-B499-1CE0EE631EBD}" destId="{5B19BE1B-CC1A-4DFF-90EA-09CB7D6B3085}" srcOrd="4" destOrd="0" presId="urn:microsoft.com/office/officeart/2018/2/layout/IconVerticalSolidList"/>
    <dgm:cxn modelId="{B460796E-B28A-4F10-B266-BC43F1FD3C23}" type="presParOf" srcId="{5B19BE1B-CC1A-4DFF-90EA-09CB7D6B3085}" destId="{77465696-384D-4CD7-89E4-C4085B5F945D}" srcOrd="0" destOrd="0" presId="urn:microsoft.com/office/officeart/2018/2/layout/IconVerticalSolidList"/>
    <dgm:cxn modelId="{9CA48D97-D343-4BC6-B2DC-0C87925D61B2}" type="presParOf" srcId="{5B19BE1B-CC1A-4DFF-90EA-09CB7D6B3085}" destId="{CA44846B-D906-4506-8D7F-D9E1F738C7A8}" srcOrd="1" destOrd="0" presId="urn:microsoft.com/office/officeart/2018/2/layout/IconVerticalSolidList"/>
    <dgm:cxn modelId="{B1690A5A-C4C5-4FDF-B5A6-3065028FB215}" type="presParOf" srcId="{5B19BE1B-CC1A-4DFF-90EA-09CB7D6B3085}" destId="{13023E4E-4C57-4B74-9FC6-D58C8936ABD3}" srcOrd="2" destOrd="0" presId="urn:microsoft.com/office/officeart/2018/2/layout/IconVerticalSolidList"/>
    <dgm:cxn modelId="{3FD395F0-B50D-4472-9641-1D25F3248F43}" type="presParOf" srcId="{5B19BE1B-CC1A-4DFF-90EA-09CB7D6B3085}" destId="{53503ED0-1570-470A-80DD-4BDB878AA4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932BED-0677-4C6D-84AB-A06FF8F333E2}">
      <dsp:nvSpPr>
        <dsp:cNvPr id="0" name=""/>
        <dsp:cNvSpPr/>
      </dsp:nvSpPr>
      <dsp:spPr>
        <a:xfrm>
          <a:off x="0" y="499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55430B-453A-4B43-9679-61DD8EA533B5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68FC37-4506-4497-AC86-6E07253E6526}">
      <dsp:nvSpPr>
        <dsp:cNvPr id="0" name=""/>
        <dsp:cNvSpPr/>
      </dsp:nvSpPr>
      <dsp:spPr>
        <a:xfrm>
          <a:off x="1350519" y="499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Los arrays ocupan memoria consecutiva.</a:t>
          </a:r>
        </a:p>
      </dsp:txBody>
      <dsp:txXfrm>
        <a:off x="1350519" y="499"/>
        <a:ext cx="5863080" cy="1169280"/>
      </dsp:txXfrm>
    </dsp:sp>
    <dsp:sp modelId="{84D2A339-58AA-4CCB-9C9C-BD1C5DE3D4B4}">
      <dsp:nvSpPr>
        <dsp:cNvPr id="0" name=""/>
        <dsp:cNvSpPr/>
      </dsp:nvSpPr>
      <dsp:spPr>
        <a:xfrm>
          <a:off x="0" y="1462100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AA826E-BF64-423C-9387-AA5425ABF687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5F377-4AA4-4BDD-A96E-75B6C9EF7B31}">
      <dsp:nvSpPr>
        <dsp:cNvPr id="0" name=""/>
        <dsp:cNvSpPr/>
      </dsp:nvSpPr>
      <dsp:spPr>
        <a:xfrm>
          <a:off x="1350519" y="1462100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arr apunta al primer elemento.</a:t>
          </a:r>
        </a:p>
      </dsp:txBody>
      <dsp:txXfrm>
        <a:off x="1350519" y="1462100"/>
        <a:ext cx="5863080" cy="1169280"/>
      </dsp:txXfrm>
    </dsp:sp>
    <dsp:sp modelId="{B7506B60-3D72-4D68-BC5C-3DC4759D1361}">
      <dsp:nvSpPr>
        <dsp:cNvPr id="0" name=""/>
        <dsp:cNvSpPr/>
      </dsp:nvSpPr>
      <dsp:spPr>
        <a:xfrm>
          <a:off x="0" y="2923701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35ECA3-7735-4251-81EC-34F84E10C0C2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74F10A-E2EA-42FE-AC5B-5B6B0BF9B989}">
      <dsp:nvSpPr>
        <dsp:cNvPr id="0" name=""/>
        <dsp:cNvSpPr/>
      </dsp:nvSpPr>
      <dsp:spPr>
        <a:xfrm>
          <a:off x="1350519" y="2923701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arr == &amp;arr[0]</a:t>
          </a:r>
        </a:p>
      </dsp:txBody>
      <dsp:txXfrm>
        <a:off x="1350519" y="2923701"/>
        <a:ext cx="5863080" cy="11692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4787AA-DE26-4FAF-ACC4-E15A4D51A8D9}">
      <dsp:nvSpPr>
        <dsp:cNvPr id="0" name=""/>
        <dsp:cNvSpPr/>
      </dsp:nvSpPr>
      <dsp:spPr>
        <a:xfrm>
          <a:off x="0" y="499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19BDC1-7FFD-4EE2-B23D-E399BAA5E70B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897683-B9A5-4D45-B2E1-224EEC929787}">
      <dsp:nvSpPr>
        <dsp:cNvPr id="0" name=""/>
        <dsp:cNvSpPr/>
      </dsp:nvSpPr>
      <dsp:spPr>
        <a:xfrm>
          <a:off x="1350519" y="499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double **m</a:t>
          </a:r>
        </a:p>
      </dsp:txBody>
      <dsp:txXfrm>
        <a:off x="1350519" y="499"/>
        <a:ext cx="5863080" cy="1169280"/>
      </dsp:txXfrm>
    </dsp:sp>
    <dsp:sp modelId="{AE21FAB1-9769-4970-AD5E-F1BD5E878D09}">
      <dsp:nvSpPr>
        <dsp:cNvPr id="0" name=""/>
        <dsp:cNvSpPr/>
      </dsp:nvSpPr>
      <dsp:spPr>
        <a:xfrm>
          <a:off x="0" y="1462100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046094-8C60-4C59-8C64-70C37A93EB25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3C3623-38EC-441D-8F09-2B572028F3F8}">
      <dsp:nvSpPr>
        <dsp:cNvPr id="0" name=""/>
        <dsp:cNvSpPr/>
      </dsp:nvSpPr>
      <dsp:spPr>
        <a:xfrm>
          <a:off x="1350519" y="1462100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 es un puntero a punteros.</a:t>
          </a:r>
        </a:p>
      </dsp:txBody>
      <dsp:txXfrm>
        <a:off x="1350519" y="1462100"/>
        <a:ext cx="5863080" cy="1169280"/>
      </dsp:txXfrm>
    </dsp:sp>
    <dsp:sp modelId="{9B15CC0E-4115-4BD6-8ED2-AE3CACBF956C}">
      <dsp:nvSpPr>
        <dsp:cNvPr id="0" name=""/>
        <dsp:cNvSpPr/>
      </dsp:nvSpPr>
      <dsp:spPr>
        <a:xfrm>
          <a:off x="0" y="2923701"/>
          <a:ext cx="7213600" cy="116928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97D93F-613F-47C5-B80B-32C75361067B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5FE71-6BFC-4017-A599-954E618CA630}">
      <dsp:nvSpPr>
        <dsp:cNvPr id="0" name=""/>
        <dsp:cNvSpPr/>
      </dsp:nvSpPr>
      <dsp:spPr>
        <a:xfrm>
          <a:off x="1350519" y="2923701"/>
          <a:ext cx="5863080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Cada fila es otro puntero.</a:t>
          </a:r>
        </a:p>
      </dsp:txBody>
      <dsp:txXfrm>
        <a:off x="1350519" y="2923701"/>
        <a:ext cx="5863080" cy="11692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CE4E2D-1AD1-4D48-9A1A-EEB163CB9E61}">
      <dsp:nvSpPr>
        <dsp:cNvPr id="0" name=""/>
        <dsp:cNvSpPr/>
      </dsp:nvSpPr>
      <dsp:spPr>
        <a:xfrm>
          <a:off x="903304" y="26594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0A96F9-FD08-4C70-8FF2-BCCDD2E5A0DB}">
      <dsp:nvSpPr>
        <dsp:cNvPr id="0" name=""/>
        <dsp:cNvSpPr/>
      </dsp:nvSpPr>
      <dsp:spPr>
        <a:xfrm>
          <a:off x="1137304" y="26059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2B07D8-CF93-4569-8107-2C675F2F0DA8}">
      <dsp:nvSpPr>
        <dsp:cNvPr id="0" name=""/>
        <dsp:cNvSpPr/>
      </dsp:nvSpPr>
      <dsp:spPr>
        <a:xfrm>
          <a:off x="552304" y="146659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*p + 2 NO es lo mismo que *(p+2)</a:t>
          </a:r>
        </a:p>
      </dsp:txBody>
      <dsp:txXfrm>
        <a:off x="552304" y="1466595"/>
        <a:ext cx="1800000" cy="720000"/>
      </dsp:txXfrm>
    </dsp:sp>
    <dsp:sp modelId="{E0844A28-8808-4DF0-84C4-F661F685E841}">
      <dsp:nvSpPr>
        <dsp:cNvPr id="0" name=""/>
        <dsp:cNvSpPr/>
      </dsp:nvSpPr>
      <dsp:spPr>
        <a:xfrm>
          <a:off x="3018305" y="26594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972F17-5B10-4BDF-B12A-59BB1EA17E30}">
      <dsp:nvSpPr>
        <dsp:cNvPr id="0" name=""/>
        <dsp:cNvSpPr/>
      </dsp:nvSpPr>
      <dsp:spPr>
        <a:xfrm>
          <a:off x="3252305" y="260594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68F5A8-6575-4916-9019-71B61E7F81FA}">
      <dsp:nvSpPr>
        <dsp:cNvPr id="0" name=""/>
        <dsp:cNvSpPr/>
      </dsp:nvSpPr>
      <dsp:spPr>
        <a:xfrm>
          <a:off x="2667305" y="146659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(*p)+2 -&gt; suma al valor</a:t>
          </a:r>
        </a:p>
      </dsp:txBody>
      <dsp:txXfrm>
        <a:off x="2667305" y="1466595"/>
        <a:ext cx="1800000" cy="720000"/>
      </dsp:txXfrm>
    </dsp:sp>
    <dsp:sp modelId="{DF223E07-5891-4915-8EA2-277BBC59A94F}">
      <dsp:nvSpPr>
        <dsp:cNvPr id="0" name=""/>
        <dsp:cNvSpPr/>
      </dsp:nvSpPr>
      <dsp:spPr>
        <a:xfrm>
          <a:off x="1960805" y="2636595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959FDE-CAF6-4C0F-96FA-093D6E52FD76}">
      <dsp:nvSpPr>
        <dsp:cNvPr id="0" name=""/>
        <dsp:cNvSpPr/>
      </dsp:nvSpPr>
      <dsp:spPr>
        <a:xfrm>
          <a:off x="2194805" y="2870595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000E8D-F3B7-4FBF-BF56-591192A90258}">
      <dsp:nvSpPr>
        <dsp:cNvPr id="0" name=""/>
        <dsp:cNvSpPr/>
      </dsp:nvSpPr>
      <dsp:spPr>
        <a:xfrm>
          <a:off x="1609804" y="407659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*(p+2) -&gt; accede a otra posición</a:t>
          </a:r>
        </a:p>
      </dsp:txBody>
      <dsp:txXfrm>
        <a:off x="1609804" y="4076595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8CC733-CBB6-4151-B8EE-810568281976}">
      <dsp:nvSpPr>
        <dsp:cNvPr id="0" name=""/>
        <dsp:cNvSpPr/>
      </dsp:nvSpPr>
      <dsp:spPr>
        <a:xfrm>
          <a:off x="0" y="588"/>
          <a:ext cx="5019610" cy="13777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1041B0-0D3D-44C2-A31D-357970AC2302}">
      <dsp:nvSpPr>
        <dsp:cNvPr id="0" name=""/>
        <dsp:cNvSpPr/>
      </dsp:nvSpPr>
      <dsp:spPr>
        <a:xfrm>
          <a:off x="416759" y="310575"/>
          <a:ext cx="757744" cy="7577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24ADCE-0FF8-4254-B81F-9998B61AC922}">
      <dsp:nvSpPr>
        <dsp:cNvPr id="0" name=""/>
        <dsp:cNvSpPr/>
      </dsp:nvSpPr>
      <dsp:spPr>
        <a:xfrm>
          <a:off x="1591264" y="588"/>
          <a:ext cx="3428345" cy="1377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08" tIns="145808" rIns="145808" bIns="1458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Los arrays son punteros.</a:t>
          </a:r>
        </a:p>
      </dsp:txBody>
      <dsp:txXfrm>
        <a:off x="1591264" y="588"/>
        <a:ext cx="3428345" cy="1377717"/>
      </dsp:txXfrm>
    </dsp:sp>
    <dsp:sp modelId="{D94D7D26-56FE-46B7-8A98-885647218FEB}">
      <dsp:nvSpPr>
        <dsp:cNvPr id="0" name=""/>
        <dsp:cNvSpPr/>
      </dsp:nvSpPr>
      <dsp:spPr>
        <a:xfrm>
          <a:off x="0" y="1722736"/>
          <a:ext cx="5019610" cy="13777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4182E1-510E-481E-AA47-F0979E581E26}">
      <dsp:nvSpPr>
        <dsp:cNvPr id="0" name=""/>
        <dsp:cNvSpPr/>
      </dsp:nvSpPr>
      <dsp:spPr>
        <a:xfrm>
          <a:off x="416759" y="2032722"/>
          <a:ext cx="757744" cy="7577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D0D58B-C953-4519-AEF4-2862FF44E10E}">
      <dsp:nvSpPr>
        <dsp:cNvPr id="0" name=""/>
        <dsp:cNvSpPr/>
      </dsp:nvSpPr>
      <dsp:spPr>
        <a:xfrm>
          <a:off x="1591264" y="1722736"/>
          <a:ext cx="3428345" cy="1377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08" tIns="145808" rIns="145808" bIns="1458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[] es sintaxis sobre aritmética de punteros.</a:t>
          </a:r>
        </a:p>
      </dsp:txBody>
      <dsp:txXfrm>
        <a:off x="1591264" y="1722736"/>
        <a:ext cx="3428345" cy="1377717"/>
      </dsp:txXfrm>
    </dsp:sp>
    <dsp:sp modelId="{77465696-384D-4CD7-89E4-C4085B5F945D}">
      <dsp:nvSpPr>
        <dsp:cNvPr id="0" name=""/>
        <dsp:cNvSpPr/>
      </dsp:nvSpPr>
      <dsp:spPr>
        <a:xfrm>
          <a:off x="0" y="3444883"/>
          <a:ext cx="5019610" cy="13777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44846B-D906-4506-8D7F-D9E1F738C7A8}">
      <dsp:nvSpPr>
        <dsp:cNvPr id="0" name=""/>
        <dsp:cNvSpPr/>
      </dsp:nvSpPr>
      <dsp:spPr>
        <a:xfrm>
          <a:off x="416759" y="3754869"/>
          <a:ext cx="757744" cy="7577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03ED0-1570-470A-80DD-4BDB878AA4EB}">
      <dsp:nvSpPr>
        <dsp:cNvPr id="0" name=""/>
        <dsp:cNvSpPr/>
      </dsp:nvSpPr>
      <dsp:spPr>
        <a:xfrm>
          <a:off x="1591264" y="3444883"/>
          <a:ext cx="3428345" cy="13777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808" tIns="145808" rIns="145808" bIns="14580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Comprender esto hace que C tenga sentido.</a:t>
          </a:r>
        </a:p>
      </dsp:txBody>
      <dsp:txXfrm>
        <a:off x="1591264" y="3444883"/>
        <a:ext cx="3428345" cy="13777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07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842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9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034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34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02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59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83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8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73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6243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667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27003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27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4932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145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Punteros</a:t>
            </a:r>
            <a:r>
              <a:rPr dirty="0"/>
              <a:t> y </a:t>
            </a:r>
            <a:r>
              <a:rPr dirty="0" err="1"/>
              <a:t>Aritmética</a:t>
            </a:r>
            <a:r>
              <a:rPr dirty="0"/>
              <a:t> de </a:t>
            </a:r>
            <a:r>
              <a:rPr dirty="0" err="1"/>
              <a:t>Punteros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Lorena A</a:t>
            </a:r>
            <a:r>
              <a:rPr lang="es-ES" dirty="0" err="1"/>
              <a:t>lmoguera</a:t>
            </a:r>
            <a:r>
              <a:rPr lang="es-ES" dirty="0"/>
              <a:t> Romero</a:t>
            </a:r>
            <a:r>
              <a:rPr dirty="0"/>
              <a:t> - </a:t>
            </a:r>
            <a:r>
              <a:rPr dirty="0" err="1"/>
              <a:t>CodingWithLorena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 puntero?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Un </a:t>
            </a:r>
            <a:r>
              <a:rPr dirty="0" err="1"/>
              <a:t>puntero</a:t>
            </a:r>
            <a:r>
              <a:rPr dirty="0"/>
              <a:t> </a:t>
            </a:r>
            <a:r>
              <a:rPr dirty="0" err="1"/>
              <a:t>guarda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dirección</a:t>
            </a:r>
            <a:r>
              <a:rPr dirty="0"/>
              <a:t> de memoria.</a:t>
            </a:r>
          </a:p>
          <a:p>
            <a:pPr>
              <a:defRPr sz="2400"/>
            </a:pPr>
            <a:r>
              <a:rPr dirty="0"/>
              <a:t>Las variables </a:t>
            </a:r>
            <a:r>
              <a:rPr dirty="0" err="1"/>
              <a:t>viven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RAM.</a:t>
            </a:r>
          </a:p>
          <a:p>
            <a:pPr>
              <a:defRPr sz="2400"/>
            </a:pPr>
            <a:r>
              <a:rPr dirty="0"/>
              <a:t>El </a:t>
            </a:r>
            <a:r>
              <a:rPr dirty="0" err="1"/>
              <a:t>operador</a:t>
            </a:r>
            <a:r>
              <a:rPr dirty="0"/>
              <a:t> &amp; </a:t>
            </a:r>
            <a:r>
              <a:rPr dirty="0" err="1"/>
              <a:t>obtiene</a:t>
            </a:r>
            <a:r>
              <a:rPr dirty="0"/>
              <a:t> la </a:t>
            </a:r>
            <a:r>
              <a:rPr dirty="0" err="1"/>
              <a:t>dirección</a:t>
            </a:r>
            <a:r>
              <a:rPr dirty="0"/>
              <a:t>.</a:t>
            </a:r>
          </a:p>
          <a:p>
            <a:pPr>
              <a:defRPr sz="2400"/>
            </a:pPr>
            <a:r>
              <a:rPr dirty="0"/>
              <a:t>El </a:t>
            </a:r>
            <a:r>
              <a:rPr dirty="0" err="1"/>
              <a:t>operador</a:t>
            </a:r>
            <a:r>
              <a:rPr dirty="0"/>
              <a:t> * accede al valor.</a:t>
            </a:r>
          </a:p>
        </p:txBody>
      </p:sp>
      <p:pic>
        <p:nvPicPr>
          <p:cNvPr id="1026" name="Picture 2" descr="Pointers in C Language">
            <a:extLst>
              <a:ext uri="{FF2B5EF4-FFF2-40B4-BE49-F238E27FC236}">
                <a16:creationId xmlns:a16="http://schemas.microsoft.com/office/drawing/2014/main" id="{593732E6-0375-75C2-424A-2FE4A3F2F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0" y="75692"/>
            <a:ext cx="2903981" cy="22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a cara sonriente con las palabras cara sonriante en ella | Vector Premium">
            <a:extLst>
              <a:ext uri="{FF2B5EF4-FFF2-40B4-BE49-F238E27FC236}">
                <a16:creationId xmlns:a16="http://schemas.microsoft.com/office/drawing/2014/main" id="{D29FF04C-0ABF-E362-DF55-E255B890F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5" r="7287"/>
          <a:stretch>
            <a:fillRect/>
          </a:stretch>
        </p:blipFill>
        <p:spPr bwMode="auto">
          <a:xfrm>
            <a:off x="3156491" y="-8467"/>
            <a:ext cx="5941610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609600"/>
            <a:ext cx="2888343" cy="1320800"/>
          </a:xfrm>
        </p:spPr>
        <p:txBody>
          <a:bodyPr>
            <a:normAutofit/>
          </a:bodyPr>
          <a:lstStyle/>
          <a:p>
            <a:r>
              <a:t>Ejemplo básico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160589"/>
            <a:ext cx="2888342" cy="3880773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es-ES" sz="2400" dirty="0" err="1"/>
              <a:t>int</a:t>
            </a:r>
            <a:r>
              <a:rPr lang="es-ES" sz="2400" dirty="0"/>
              <a:t> x = 10;</a:t>
            </a:r>
          </a:p>
          <a:p>
            <a:pPr>
              <a:defRPr sz="2400"/>
            </a:pPr>
            <a:r>
              <a:rPr lang="es-ES" sz="2400" dirty="0" err="1"/>
              <a:t>int</a:t>
            </a:r>
            <a:r>
              <a:rPr lang="es-ES" sz="2400" dirty="0"/>
              <a:t> *p = &amp;x;</a:t>
            </a:r>
          </a:p>
          <a:p>
            <a:pPr>
              <a:defRPr sz="2400"/>
            </a:pPr>
            <a:r>
              <a:rPr lang="es-ES" sz="2400" dirty="0"/>
              <a:t>p guarda la dirección de x.</a:t>
            </a:r>
          </a:p>
          <a:p>
            <a:pPr>
              <a:defRPr sz="2400"/>
            </a:pPr>
            <a:r>
              <a:rPr lang="es-ES" sz="2400" dirty="0"/>
              <a:t>*p devuelve el valor almacenado.</a:t>
            </a:r>
          </a:p>
        </p:txBody>
      </p:sp>
      <p:cxnSp>
        <p:nvCxnSpPr>
          <p:cNvPr id="2055" name="Straight Connector 2054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28259" y="0"/>
            <a:ext cx="9144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568950" y="3681413"/>
            <a:ext cx="357266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9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061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063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065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067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069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071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7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253067"/>
            <a:ext cx="4616450" cy="4351866"/>
          </a:xfrm>
        </p:spPr>
        <p:txBody>
          <a:bodyPr anchor="ctr">
            <a:normAutofit/>
          </a:bodyPr>
          <a:lstStyle/>
          <a:p>
            <a:pPr>
              <a:defRPr sz="2400"/>
            </a:pPr>
            <a:r>
              <a:rPr lang="es-ES" sz="2400"/>
              <a:t>Dirección 1000 -&gt; valor 10</a:t>
            </a:r>
          </a:p>
          <a:p>
            <a:pPr>
              <a:defRPr sz="2400"/>
            </a:pPr>
            <a:r>
              <a:rPr lang="es-ES" sz="2400"/>
              <a:t>p almacena 1000</a:t>
            </a:r>
          </a:p>
          <a:p>
            <a:pPr>
              <a:defRPr sz="2400"/>
            </a:pPr>
            <a:r>
              <a:rPr lang="es-ES" sz="2400"/>
              <a:t>*p significa: ve a 1000 y dame el valor</a:t>
            </a:r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2" y="0"/>
            <a:ext cx="3493008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27" name="Straight Connector 11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942659" y="0"/>
            <a:ext cx="794940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13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91200" y="3721395"/>
            <a:ext cx="325917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31" name="Isosceles Triangle 19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2243" y="1253067"/>
            <a:ext cx="2528807" cy="4351866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Memoria visual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7B8F8F-4528-4480-AFA3-A006195F5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Arrays en memoria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4F8B2185-AE38-43EA-9FA9-E5378AD7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0D36BD5A-BF22-48CD-8A55-28B19177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96251C-BF2F-B036-9029-DA2CBC65C9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8053153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2550" y="609600"/>
            <a:ext cx="2802951" cy="1320800"/>
          </a:xfrm>
        </p:spPr>
        <p:txBody>
          <a:bodyPr>
            <a:normAutofit/>
          </a:bodyPr>
          <a:lstStyle/>
          <a:p>
            <a:r>
              <a:t>Aritmética de punteros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7172" y="2160589"/>
            <a:ext cx="3048329" cy="3880773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es-ES" sz="2400"/>
              <a:t>p + 1 avanza una posición.</a:t>
            </a:r>
          </a:p>
          <a:p>
            <a:pPr>
              <a:defRPr sz="2400"/>
            </a:pPr>
            <a:r>
              <a:rPr lang="es-ES" sz="2400"/>
              <a:t>No suma bytes manualmente.</a:t>
            </a:r>
          </a:p>
          <a:p>
            <a:pPr>
              <a:defRPr sz="2400"/>
            </a:pPr>
            <a:r>
              <a:rPr lang="es-ES" sz="2400"/>
              <a:t>C ajusta automáticamente según sizeof(tipo).</a:t>
            </a:r>
          </a:p>
        </p:txBody>
      </p:sp>
      <p:pic>
        <p:nvPicPr>
          <p:cNvPr id="5" name="Picture 4" descr="Objetos de aprendizaje de matemática coloridos">
            <a:extLst>
              <a:ext uri="{FF2B5EF4-FFF2-40B4-BE49-F238E27FC236}">
                <a16:creationId xmlns:a16="http://schemas.microsoft.com/office/drawing/2014/main" id="{771A4351-68F7-362D-1DE6-C24E56BFFA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735" r="32882" b="-2"/>
          <a:stretch>
            <a:fillRect/>
          </a:stretch>
        </p:blipFill>
        <p:spPr>
          <a:xfrm>
            <a:off x="20" y="-1"/>
            <a:ext cx="404620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rPr lang="es-ES" sz="3100"/>
              <a:t>La equivalencia MÁS importante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pPr>
              <a:defRPr sz="2400"/>
            </a:pPr>
            <a:r>
              <a:rPr lang="es-ES" sz="2400"/>
              <a:t>arr[i] == *(arr + i)</a:t>
            </a:r>
          </a:p>
          <a:p>
            <a:pPr>
              <a:defRPr sz="2400"/>
            </a:pPr>
            <a:r>
              <a:rPr lang="es-ES" sz="2400"/>
              <a:t>Son EXACTAMENTE lo mismo en C.</a:t>
            </a:r>
          </a:p>
          <a:p>
            <a:pPr>
              <a:defRPr sz="2400"/>
            </a:pPr>
            <a:r>
              <a:rPr lang="es-ES" sz="2400"/>
              <a:t>Esto es el núcleo del ejercicio.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253067"/>
            <a:ext cx="4616450" cy="4351866"/>
          </a:xfrm>
        </p:spPr>
        <p:txBody>
          <a:bodyPr anchor="ctr">
            <a:normAutofit/>
          </a:bodyPr>
          <a:lstStyle/>
          <a:p>
            <a:pPr>
              <a:defRPr sz="2400"/>
            </a:pPr>
            <a:r>
              <a:rPr lang="es-ES" sz="2400"/>
              <a:t>arr[2]</a:t>
            </a:r>
          </a:p>
          <a:p>
            <a:pPr>
              <a:defRPr sz="2400"/>
            </a:pPr>
            <a:r>
              <a:rPr lang="es-ES" sz="2400"/>
              <a:t>↓</a:t>
            </a:r>
          </a:p>
          <a:p>
            <a:pPr>
              <a:defRPr sz="2400"/>
            </a:pPr>
            <a:r>
              <a:rPr lang="es-ES" sz="2400"/>
              <a:t>*(arr + 2)</a:t>
            </a:r>
          </a:p>
          <a:p>
            <a:pPr>
              <a:defRPr sz="2400"/>
            </a:pPr>
            <a:r>
              <a:rPr lang="es-ES" sz="2400"/>
              <a:t>↓</a:t>
            </a:r>
          </a:p>
          <a:p>
            <a:pPr>
              <a:defRPr sz="2400"/>
            </a:pPr>
            <a:r>
              <a:rPr lang="es-ES" sz="2400"/>
              <a:t>Moverse 2 posiciones y acceder al valor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2" y="0"/>
            <a:ext cx="3493008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942659" y="0"/>
            <a:ext cx="794940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91200" y="3721395"/>
            <a:ext cx="325917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2243" y="1253067"/>
            <a:ext cx="2528807" cy="4351866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Ejemplo paso a paso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7B8F8F-4528-4480-AFA3-A006195F5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199" y="609600"/>
            <a:ext cx="7648121" cy="1099457"/>
          </a:xfrm>
        </p:spPr>
        <p:txBody>
          <a:bodyPr>
            <a:normAutofit/>
          </a:bodyPr>
          <a:lstStyle/>
          <a:p>
            <a:r>
              <a:t>Matrices dinámicas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4F8B2185-AE38-43EA-9FA9-E5378AD73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31947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0D36BD5A-BF22-48CD-8A55-28B19177C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807450" y="4013200"/>
            <a:ext cx="336550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7AC48B-E143-8593-007B-A82E690FFB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6456833"/>
              </p:ext>
            </p:extLst>
          </p:nvPr>
        </p:nvGraphicFramePr>
        <p:xfrm>
          <a:off x="965199" y="1948543"/>
          <a:ext cx="7213600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253067"/>
            <a:ext cx="4616450" cy="4351866"/>
          </a:xfrm>
        </p:spPr>
        <p:txBody>
          <a:bodyPr anchor="ctr">
            <a:normAutofit/>
          </a:bodyPr>
          <a:lstStyle/>
          <a:p>
            <a:pPr>
              <a:defRPr sz="2400"/>
            </a:pPr>
            <a:r>
              <a:rPr lang="es-ES" sz="2400"/>
              <a:t>m[i][j]</a:t>
            </a:r>
          </a:p>
          <a:p>
            <a:pPr>
              <a:defRPr sz="2400"/>
            </a:pPr>
            <a:r>
              <a:rPr lang="es-ES" sz="2400"/>
              <a:t>↓</a:t>
            </a:r>
          </a:p>
          <a:p>
            <a:pPr>
              <a:defRPr sz="2400"/>
            </a:pPr>
            <a:r>
              <a:rPr lang="es-ES" sz="2400"/>
              <a:t>*(*(m+i)+j)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0992" y="0"/>
            <a:ext cx="3493008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942659" y="0"/>
            <a:ext cx="794940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91200" y="3721395"/>
            <a:ext cx="325917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107" y="-8467"/>
            <a:ext cx="2255511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02581" y="-8467"/>
            <a:ext cx="1941419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9249" y="3048000"/>
            <a:ext cx="2444751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00875" y="-8467"/>
            <a:ext cx="2140744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4047" y="-8467"/>
            <a:ext cx="967571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4249" y="-8467"/>
            <a:ext cx="937369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78749" y="3589867"/>
            <a:ext cx="136286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2243" y="1253067"/>
            <a:ext cx="2528807" cy="4351866"/>
          </a:xfrm>
        </p:spPr>
        <p:txBody>
          <a:bodyPr anchor="ctr">
            <a:normAutofit/>
          </a:bodyPr>
          <a:lstStyle/>
          <a:p>
            <a:r>
              <a:rPr lang="es-ES">
                <a:solidFill>
                  <a:schemeClr val="bg1"/>
                </a:solidFill>
              </a:rPr>
              <a:t>Expansión de matrices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00" name="Rectangle 3099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962" y="1179151"/>
            <a:ext cx="2475485" cy="4463889"/>
          </a:xfrm>
        </p:spPr>
        <p:txBody>
          <a:bodyPr anchor="ctr">
            <a:normAutofit/>
          </a:bodyPr>
          <a:lstStyle/>
          <a:p>
            <a:r>
              <a:rPr lang="es-ES" sz="2800"/>
              <a:t>Interpretación mental</a:t>
            </a:r>
          </a:p>
        </p:txBody>
      </p:sp>
      <p:sp>
        <p:nvSpPr>
          <p:cNvPr id="3102" name="Isosceles Triangle 3101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336549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cxnSp>
        <p:nvCxnSpPr>
          <p:cNvPr id="3104" name="Straight Connector 3103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2502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9" name="Content Placeholder 2"/>
          <p:cNvSpPr>
            <a:spLocks noGrp="1"/>
          </p:cNvSpPr>
          <p:nvPr>
            <p:ph idx="1"/>
          </p:nvPr>
        </p:nvSpPr>
        <p:spPr>
          <a:xfrm>
            <a:off x="3734188" y="1109145"/>
            <a:ext cx="4755762" cy="4603900"/>
          </a:xfrm>
        </p:spPr>
        <p:txBody>
          <a:bodyPr anchor="ctr">
            <a:normAutofit/>
          </a:bodyPr>
          <a:lstStyle/>
          <a:p>
            <a:pPr>
              <a:defRPr sz="2400"/>
            </a:pPr>
            <a:r>
              <a:rPr lang="es-ES" sz="2400"/>
              <a:t>m+i -&gt; fila i</a:t>
            </a:r>
          </a:p>
          <a:p>
            <a:pPr>
              <a:defRPr sz="2400"/>
            </a:pPr>
            <a:r>
              <a:rPr lang="es-ES" sz="2400"/>
              <a:t>*(m+i) -&gt; puntero a la fila</a:t>
            </a:r>
          </a:p>
          <a:p>
            <a:pPr>
              <a:defRPr sz="2400"/>
            </a:pPr>
            <a:r>
              <a:rPr lang="es-ES" sz="2400"/>
              <a:t>+j -&gt; columna j</a:t>
            </a:r>
          </a:p>
          <a:p>
            <a:pPr>
              <a:defRPr sz="2400"/>
            </a:pPr>
            <a:r>
              <a:rPr lang="es-ES" sz="2400"/>
              <a:t>* -&gt; valor final</a:t>
            </a:r>
          </a:p>
        </p:txBody>
      </p:sp>
      <p:sp>
        <p:nvSpPr>
          <p:cNvPr id="3120" name="Isosceles Triangle 3105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523104" y="0"/>
            <a:ext cx="631947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real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*(*(</a:t>
            </a:r>
            <a:r>
              <a:rPr dirty="0" err="1"/>
              <a:t>m_aux</a:t>
            </a:r>
            <a:r>
              <a:rPr dirty="0"/>
              <a:t> + fila) + col) = *(*(m + </a:t>
            </a:r>
            <a:r>
              <a:rPr dirty="0" err="1"/>
              <a:t>i</a:t>
            </a:r>
            <a:r>
              <a:rPr dirty="0"/>
              <a:t>) + j);</a:t>
            </a:r>
            <a:endParaRPr lang="es-ES" dirty="0"/>
          </a:p>
          <a:p>
            <a:pPr>
              <a:defRPr sz="2400"/>
            </a:pPr>
            <a:r>
              <a:rPr lang="es-ES" dirty="0"/>
              <a:t>Equivale exactamente a: </a:t>
            </a:r>
            <a:r>
              <a:rPr lang="it-IT" sz="1200" dirty="0"/>
              <a:t>m_aux[fila][col] = m[i][j];</a:t>
            </a:r>
            <a:endParaRPr sz="1200" dirty="0"/>
          </a:p>
          <a:p>
            <a:pPr>
              <a:defRPr sz="2400"/>
            </a:pPr>
            <a:r>
              <a:rPr dirty="0"/>
              <a:t>Esto </a:t>
            </a:r>
            <a:r>
              <a:rPr dirty="0" err="1"/>
              <a:t>copia</a:t>
            </a:r>
            <a:r>
              <a:rPr dirty="0"/>
              <a:t> un valor </a:t>
            </a:r>
            <a:r>
              <a:rPr dirty="0" err="1"/>
              <a:t>usando</a:t>
            </a:r>
            <a:r>
              <a:rPr dirty="0"/>
              <a:t> </a:t>
            </a:r>
            <a:r>
              <a:rPr dirty="0" err="1"/>
              <a:t>punteros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265050-FD84-47EF-A163-6A481836C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11B064D-F4EB-4312-AEEA-6AFDB257E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7041201-C3DD-4181-B0E0-5C960FFE5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29A678F-8D0F-4F98-85A6-797199C550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82463FFC-4B08-4AF2-AC5A-F681CE977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87C110A9-8F54-42F4-9B19-8D33F94DE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9F5AD5FC-19DB-4C66-BDDA-043A6AAC9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52A3EAD-426D-4399-B7E0-81D26F700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F842EF93-A507-4796-A726-0D0A9B751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24F1410B-DBCE-471A-97C3-B96C0A7BB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BBC8502-8D68-4CE4-B690-2EBB6BCCD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s-ES" sz="3800"/>
              <a:t>Error típico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77CD7A-FE9E-475D-BF9C-78183B0B1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CE622F-1FA7-781E-B101-4C878BB2BD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6879801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265050-FD84-47EF-A163-6A481836C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11B064D-F4EB-4312-AEEA-6AFDB257E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4303" y="-8467"/>
            <a:ext cx="3575050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7041201-C3DD-4181-B0E0-5C960FFE5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29A678F-8D0F-4F98-85A6-797199C550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82463FFC-4B08-4AF2-AC5A-F681CE977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87C110A9-8F54-42F4-9B19-8D33F94DE5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9F5AD5FC-19DB-4C66-BDDA-043A6AAC9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52A3EAD-426D-4399-B7E0-81D26F700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F842EF93-A507-4796-A726-0D0A9B751C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24F1410B-DBCE-471A-97C3-B96C0A7BB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BBC8502-8D68-4CE4-B690-2EBB6BCCD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9360" y="1382486"/>
            <a:ext cx="2660686" cy="4093028"/>
          </a:xfrm>
        </p:spPr>
        <p:txBody>
          <a:bodyPr anchor="ctr">
            <a:normAutofit/>
          </a:bodyPr>
          <a:lstStyle/>
          <a:p>
            <a:r>
              <a:rPr lang="es-ES" sz="3800"/>
              <a:t>Resumen final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77CD7A-FE9E-475D-BF9C-78183B0B1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06968" y="0"/>
            <a:ext cx="483703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412594-4789-1FF7-2AC6-042B8D38C0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9249398"/>
              </p:ext>
            </p:extLst>
          </p:nvPr>
        </p:nvGraphicFramePr>
        <p:xfrm>
          <a:off x="3639407" y="944564"/>
          <a:ext cx="5019610" cy="48231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Código de ejemplo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ourier New"/>
              </a:defRPr>
            </a:pPr>
            <a:endParaRPr/>
          </a:p>
          <a:p>
            <a:r>
              <a:t>int arr[] = {10,20,30,40,50};</a:t>
            </a:r>
          </a:p>
          <a:p>
            <a:r>
              <a:t>int *p = arr;</a:t>
            </a:r>
          </a:p>
          <a:p>
            <a:endParaRPr/>
          </a:p>
          <a:p>
            <a:r>
              <a:t>printf("%d", *(p+2)); // 30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384</Words>
  <Application>Microsoft Office PowerPoint</Application>
  <PresentationFormat>Presentación en pantalla (4:3)</PresentationFormat>
  <Paragraphs>65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Faceta</vt:lpstr>
      <vt:lpstr>Punteros y Aritmética de Punteros en C</vt:lpstr>
      <vt:lpstr>¿Qué es un puntero?</vt:lpstr>
      <vt:lpstr>Ejemplo básico</vt:lpstr>
      <vt:lpstr>Memoria visual</vt:lpstr>
      <vt:lpstr>Arrays en memoria</vt:lpstr>
      <vt:lpstr>Aritmética de punteros</vt:lpstr>
      <vt:lpstr>La equivalencia MÁS importante</vt:lpstr>
      <vt:lpstr>Ejemplo paso a paso</vt:lpstr>
      <vt:lpstr>Matrices dinámicas</vt:lpstr>
      <vt:lpstr>Expansión de matrices</vt:lpstr>
      <vt:lpstr>Interpretación mental</vt:lpstr>
      <vt:lpstr>Ejemplo real</vt:lpstr>
      <vt:lpstr>Error típico</vt:lpstr>
      <vt:lpstr>Resumen final</vt:lpstr>
      <vt:lpstr>Código de ejemplo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Almoguera Romero, Lorena</cp:lastModifiedBy>
  <cp:revision>2</cp:revision>
  <dcterms:created xsi:type="dcterms:W3CDTF">2013-01-27T09:14:16Z</dcterms:created>
  <dcterms:modified xsi:type="dcterms:W3CDTF">2026-05-11T16:20:29Z</dcterms:modified>
  <cp:category/>
</cp:coreProperties>
</file>